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4" r:id="rId5"/>
    <p:sldId id="275" r:id="rId6"/>
    <p:sldId id="273" r:id="rId7"/>
    <p:sldId id="272" r:id="rId8"/>
    <p:sldId id="271" r:id="rId9"/>
    <p:sldId id="270" r:id="rId10"/>
    <p:sldId id="268" r:id="rId11"/>
    <p:sldId id="266" r:id="rId12"/>
    <p:sldId id="265" r:id="rId13"/>
    <p:sldId id="264" r:id="rId14"/>
    <p:sldId id="263" r:id="rId15"/>
    <p:sldId id="262" r:id="rId16"/>
    <p:sldId id="260" r:id="rId17"/>
    <p:sldId id="259" r:id="rId18"/>
    <p:sldId id="276" r:id="rId19"/>
    <p:sldId id="277" r:id="rId20"/>
    <p:sldId id="280" r:id="rId21"/>
    <p:sldId id="281" r:id="rId22"/>
    <p:sldId id="279" r:id="rId23"/>
    <p:sldId id="282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15EB5A-49C2-47E0-B04B-7E553B5B9706}" v="173" dt="2026-02-12T15:15:15.8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daveni Thirupathi" userId="eb9d43b22d48b970" providerId="LiveId" clId="{7B272BB5-451C-45F5-B85C-5EBD832C7413}"/>
    <pc:docChg chg="undo custSel addSld delSld modSld">
      <pc:chgData name="Reddaveni Thirupathi" userId="eb9d43b22d48b970" providerId="LiveId" clId="{7B272BB5-451C-45F5-B85C-5EBD832C7413}" dt="2026-02-12T15:15:30.195" v="1563" actId="14100"/>
      <pc:docMkLst>
        <pc:docMk/>
      </pc:docMkLst>
      <pc:sldChg chg="addSp modSp mod">
        <pc:chgData name="Reddaveni Thirupathi" userId="eb9d43b22d48b970" providerId="LiveId" clId="{7B272BB5-451C-45F5-B85C-5EBD832C7413}" dt="2026-02-12T10:02:48.547" v="253" actId="20577"/>
        <pc:sldMkLst>
          <pc:docMk/>
          <pc:sldMk cId="1564342499" sldId="258"/>
        </pc:sldMkLst>
        <pc:spChg chg="add mod">
          <ac:chgData name="Reddaveni Thirupathi" userId="eb9d43b22d48b970" providerId="LiveId" clId="{7B272BB5-451C-45F5-B85C-5EBD832C7413}" dt="2026-02-12T09:51:19.390" v="12" actId="1076"/>
          <ac:spMkLst>
            <pc:docMk/>
            <pc:sldMk cId="1564342499" sldId="258"/>
            <ac:spMk id="4" creationId="{AC101F60-E5E8-D543-AC4D-DF6258365FF4}"/>
          </ac:spMkLst>
        </pc:spChg>
        <pc:spChg chg="add mod">
          <ac:chgData name="Reddaveni Thirupathi" userId="eb9d43b22d48b970" providerId="LiveId" clId="{7B272BB5-451C-45F5-B85C-5EBD832C7413}" dt="2026-02-12T10:02:48.547" v="253" actId="20577"/>
          <ac:spMkLst>
            <pc:docMk/>
            <pc:sldMk cId="1564342499" sldId="258"/>
            <ac:spMk id="5" creationId="{FADEEFB0-DAD8-C61B-E15D-E0E1AF23795D}"/>
          </ac:spMkLst>
        </pc:spChg>
      </pc:sldChg>
      <pc:sldChg chg="addSp modSp mod">
        <pc:chgData name="Reddaveni Thirupathi" userId="eb9d43b22d48b970" providerId="LiveId" clId="{7B272BB5-451C-45F5-B85C-5EBD832C7413}" dt="2026-02-12T13:11:47.993" v="1003" actId="14100"/>
        <pc:sldMkLst>
          <pc:docMk/>
          <pc:sldMk cId="55832245" sldId="259"/>
        </pc:sldMkLst>
        <pc:spChg chg="add mod">
          <ac:chgData name="Reddaveni Thirupathi" userId="eb9d43b22d48b970" providerId="LiveId" clId="{7B272BB5-451C-45F5-B85C-5EBD832C7413}" dt="2026-02-12T13:06:45.531" v="980" actId="1076"/>
          <ac:spMkLst>
            <pc:docMk/>
            <pc:sldMk cId="55832245" sldId="259"/>
            <ac:spMk id="3" creationId="{BBCF2A1E-F890-1B31-6A9F-803915A4BD1B}"/>
          </ac:spMkLst>
        </pc:spChg>
        <pc:spChg chg="add">
          <ac:chgData name="Reddaveni Thirupathi" userId="eb9d43b22d48b970" providerId="LiveId" clId="{7B272BB5-451C-45F5-B85C-5EBD832C7413}" dt="2026-02-12T13:08:04.314" v="986" actId="11529"/>
          <ac:spMkLst>
            <pc:docMk/>
            <pc:sldMk cId="55832245" sldId="259"/>
            <ac:spMk id="8" creationId="{08D0E83D-818D-2452-3D5F-7E24596264C7}"/>
          </ac:spMkLst>
        </pc:spChg>
        <pc:spChg chg="add mod">
          <ac:chgData name="Reddaveni Thirupathi" userId="eb9d43b22d48b970" providerId="LiveId" clId="{7B272BB5-451C-45F5-B85C-5EBD832C7413}" dt="2026-02-12T13:09:18.223" v="996" actId="1076"/>
          <ac:spMkLst>
            <pc:docMk/>
            <pc:sldMk cId="55832245" sldId="259"/>
            <ac:spMk id="9" creationId="{1C505F76-AB15-A880-28BB-3799C8589941}"/>
          </ac:spMkLst>
        </pc:spChg>
        <pc:spChg chg="add mod">
          <ac:chgData name="Reddaveni Thirupathi" userId="eb9d43b22d48b970" providerId="LiveId" clId="{7B272BB5-451C-45F5-B85C-5EBD832C7413}" dt="2026-02-12T13:11:47.993" v="1003" actId="14100"/>
          <ac:spMkLst>
            <pc:docMk/>
            <pc:sldMk cId="55832245" sldId="259"/>
            <ac:spMk id="14" creationId="{8C53A8E4-8397-04D4-0BA9-0E1D00E6EA25}"/>
          </ac:spMkLst>
        </pc:spChg>
        <pc:picChg chg="add mod">
          <ac:chgData name="Reddaveni Thirupathi" userId="eb9d43b22d48b970" providerId="LiveId" clId="{7B272BB5-451C-45F5-B85C-5EBD832C7413}" dt="2026-02-12T13:07:20.362" v="982" actId="1076"/>
          <ac:picMkLst>
            <pc:docMk/>
            <pc:sldMk cId="55832245" sldId="259"/>
            <ac:picMk id="5" creationId="{845E8923-ADEB-3DFA-2B4B-3D35BE03BFC5}"/>
          </ac:picMkLst>
        </pc:picChg>
        <pc:picChg chg="add mod">
          <ac:chgData name="Reddaveni Thirupathi" userId="eb9d43b22d48b970" providerId="LiveId" clId="{7B272BB5-451C-45F5-B85C-5EBD832C7413}" dt="2026-02-12T13:07:56.089" v="985" actId="1076"/>
          <ac:picMkLst>
            <pc:docMk/>
            <pc:sldMk cId="55832245" sldId="259"/>
            <ac:picMk id="7" creationId="{590D95C5-CAC6-DDB8-6895-AD49227319C4}"/>
          </ac:picMkLst>
        </pc:picChg>
        <pc:picChg chg="add mod">
          <ac:chgData name="Reddaveni Thirupathi" userId="eb9d43b22d48b970" providerId="LiveId" clId="{7B272BB5-451C-45F5-B85C-5EBD832C7413}" dt="2026-02-12T13:09:38.498" v="998" actId="1076"/>
          <ac:picMkLst>
            <pc:docMk/>
            <pc:sldMk cId="55832245" sldId="259"/>
            <ac:picMk id="11" creationId="{65D61390-3D30-5881-7A00-48A7B641D4BA}"/>
          </ac:picMkLst>
        </pc:picChg>
        <pc:picChg chg="add mod">
          <ac:chgData name="Reddaveni Thirupathi" userId="eb9d43b22d48b970" providerId="LiveId" clId="{7B272BB5-451C-45F5-B85C-5EBD832C7413}" dt="2026-02-12T13:11:20.976" v="1000" actId="1076"/>
          <ac:picMkLst>
            <pc:docMk/>
            <pc:sldMk cId="55832245" sldId="259"/>
            <ac:picMk id="13" creationId="{E37E446E-A909-0734-A844-F4F6739CA7AF}"/>
          </ac:picMkLst>
        </pc:picChg>
      </pc:sldChg>
      <pc:sldChg chg="addSp modSp mod">
        <pc:chgData name="Reddaveni Thirupathi" userId="eb9d43b22d48b970" providerId="LiveId" clId="{7B272BB5-451C-45F5-B85C-5EBD832C7413}" dt="2026-02-12T13:05:22.324" v="972" actId="1076"/>
        <pc:sldMkLst>
          <pc:docMk/>
          <pc:sldMk cId="3745345242" sldId="260"/>
        </pc:sldMkLst>
        <pc:spChg chg="add mod">
          <ac:chgData name="Reddaveni Thirupathi" userId="eb9d43b22d48b970" providerId="LiveId" clId="{7B272BB5-451C-45F5-B85C-5EBD832C7413}" dt="2026-02-12T12:58:02.759" v="931" actId="115"/>
          <ac:spMkLst>
            <pc:docMk/>
            <pc:sldMk cId="3745345242" sldId="260"/>
            <ac:spMk id="3" creationId="{40F514B0-5305-386E-F69D-5F43313DD547}"/>
          </ac:spMkLst>
        </pc:spChg>
        <pc:spChg chg="add mod">
          <ac:chgData name="Reddaveni Thirupathi" userId="eb9d43b22d48b970" providerId="LiveId" clId="{7B272BB5-451C-45F5-B85C-5EBD832C7413}" dt="2026-02-12T13:04:35.691" v="963" actId="1076"/>
          <ac:spMkLst>
            <pc:docMk/>
            <pc:sldMk cId="3745345242" sldId="260"/>
            <ac:spMk id="6" creationId="{4C82CE12-061F-B390-6ED3-6185352B305E}"/>
          </ac:spMkLst>
        </pc:spChg>
        <pc:spChg chg="add mod">
          <ac:chgData name="Reddaveni Thirupathi" userId="eb9d43b22d48b970" providerId="LiveId" clId="{7B272BB5-451C-45F5-B85C-5EBD832C7413}" dt="2026-02-12T13:04:23.699" v="961" actId="12"/>
          <ac:spMkLst>
            <pc:docMk/>
            <pc:sldMk cId="3745345242" sldId="260"/>
            <ac:spMk id="9" creationId="{D2CB5C6B-1319-2000-C7AA-02AA85F2B1FE}"/>
          </ac:spMkLst>
        </pc:spChg>
        <pc:spChg chg="add">
          <ac:chgData name="Reddaveni Thirupathi" userId="eb9d43b22d48b970" providerId="LiveId" clId="{7B272BB5-451C-45F5-B85C-5EBD832C7413}" dt="2026-02-12T13:04:46.667" v="965" actId="11529"/>
          <ac:spMkLst>
            <pc:docMk/>
            <pc:sldMk cId="3745345242" sldId="260"/>
            <ac:spMk id="14" creationId="{8D613459-6FC2-9838-8D98-0301AF914C2B}"/>
          </ac:spMkLst>
        </pc:spChg>
        <pc:spChg chg="add mod">
          <ac:chgData name="Reddaveni Thirupathi" userId="eb9d43b22d48b970" providerId="LiveId" clId="{7B272BB5-451C-45F5-B85C-5EBD832C7413}" dt="2026-02-12T13:05:22.324" v="972" actId="1076"/>
          <ac:spMkLst>
            <pc:docMk/>
            <pc:sldMk cId="3745345242" sldId="260"/>
            <ac:spMk id="15" creationId="{95EBA85A-6216-8A0F-A4CD-12A4A29ABB30}"/>
          </ac:spMkLst>
        </pc:spChg>
        <pc:picChg chg="add mod modCrop">
          <ac:chgData name="Reddaveni Thirupathi" userId="eb9d43b22d48b970" providerId="LiveId" clId="{7B272BB5-451C-45F5-B85C-5EBD832C7413}" dt="2026-02-12T13:04:40.123" v="964" actId="1076"/>
          <ac:picMkLst>
            <pc:docMk/>
            <pc:sldMk cId="3745345242" sldId="260"/>
            <ac:picMk id="5" creationId="{6A242BE6-22CF-5B31-1730-809E9B0688D0}"/>
          </ac:picMkLst>
        </pc:picChg>
        <pc:picChg chg="add mod">
          <ac:chgData name="Reddaveni Thirupathi" userId="eb9d43b22d48b970" providerId="LiveId" clId="{7B272BB5-451C-45F5-B85C-5EBD832C7413}" dt="2026-02-12T13:04:31.809" v="962" actId="1076"/>
          <ac:picMkLst>
            <pc:docMk/>
            <pc:sldMk cId="3745345242" sldId="260"/>
            <ac:picMk id="8" creationId="{4BA6D1BA-7E07-181A-FFD7-E0CAAA3050A7}"/>
          </ac:picMkLst>
        </pc:picChg>
        <pc:picChg chg="add mod">
          <ac:chgData name="Reddaveni Thirupathi" userId="eb9d43b22d48b970" providerId="LiveId" clId="{7B272BB5-451C-45F5-B85C-5EBD832C7413}" dt="2026-02-12T13:05:13.626" v="970" actId="1076"/>
          <ac:picMkLst>
            <pc:docMk/>
            <pc:sldMk cId="3745345242" sldId="260"/>
            <ac:picMk id="11" creationId="{E159F8D3-C58D-A970-190C-BD6C7F5D97E1}"/>
          </ac:picMkLst>
        </pc:picChg>
        <pc:picChg chg="add mod">
          <ac:chgData name="Reddaveni Thirupathi" userId="eb9d43b22d48b970" providerId="LiveId" clId="{7B272BB5-451C-45F5-B85C-5EBD832C7413}" dt="2026-02-12T13:05:00.134" v="967" actId="1076"/>
          <ac:picMkLst>
            <pc:docMk/>
            <pc:sldMk cId="3745345242" sldId="260"/>
            <ac:picMk id="13" creationId="{5080BF35-2D4D-3921-A7AC-2839A0C90269}"/>
          </ac:picMkLst>
        </pc:picChg>
      </pc:sldChg>
      <pc:sldChg chg="addSp modSp del mod">
        <pc:chgData name="Reddaveni Thirupathi" userId="eb9d43b22d48b970" providerId="LiveId" clId="{7B272BB5-451C-45F5-B85C-5EBD832C7413}" dt="2026-02-12T13:20:41.957" v="1052" actId="2696"/>
        <pc:sldMkLst>
          <pc:docMk/>
          <pc:sldMk cId="2365480390" sldId="261"/>
        </pc:sldMkLst>
        <pc:spChg chg="add mod">
          <ac:chgData name="Reddaveni Thirupathi" userId="eb9d43b22d48b970" providerId="LiveId" clId="{7B272BB5-451C-45F5-B85C-5EBD832C7413}" dt="2026-02-12T12:55:38.215" v="914" actId="1076"/>
          <ac:spMkLst>
            <pc:docMk/>
            <pc:sldMk cId="2365480390" sldId="261"/>
            <ac:spMk id="3" creationId="{555F29AC-638F-7010-1AF0-FEB16661A66E}"/>
          </ac:spMkLst>
        </pc:spChg>
        <pc:spChg chg="add mod">
          <ac:chgData name="Reddaveni Thirupathi" userId="eb9d43b22d48b970" providerId="LiveId" clId="{7B272BB5-451C-45F5-B85C-5EBD832C7413}" dt="2026-02-12T12:55:52.326" v="919" actId="1076"/>
          <ac:spMkLst>
            <pc:docMk/>
            <pc:sldMk cId="2365480390" sldId="261"/>
            <ac:spMk id="8" creationId="{D3602B51-560C-C2B9-DC1B-E9DC2DBEE431}"/>
          </ac:spMkLst>
        </pc:spChg>
        <pc:picChg chg="add mod">
          <ac:chgData name="Reddaveni Thirupathi" userId="eb9d43b22d48b970" providerId="LiveId" clId="{7B272BB5-451C-45F5-B85C-5EBD832C7413}" dt="2026-02-12T12:55:40.930" v="915" actId="1076"/>
          <ac:picMkLst>
            <pc:docMk/>
            <pc:sldMk cId="2365480390" sldId="261"/>
            <ac:picMk id="5" creationId="{EC4D38E8-7249-E14B-00A2-2D2EB730CD21}"/>
          </ac:picMkLst>
        </pc:picChg>
        <pc:picChg chg="add mod">
          <ac:chgData name="Reddaveni Thirupathi" userId="eb9d43b22d48b970" providerId="LiveId" clId="{7B272BB5-451C-45F5-B85C-5EBD832C7413}" dt="2026-02-12T12:55:50.021" v="918" actId="1076"/>
          <ac:picMkLst>
            <pc:docMk/>
            <pc:sldMk cId="2365480390" sldId="261"/>
            <ac:picMk id="7" creationId="{B3786851-7B7F-C699-6878-9ACF9DDAFB58}"/>
          </ac:picMkLst>
        </pc:picChg>
      </pc:sldChg>
      <pc:sldChg chg="addSp delSp modSp mod">
        <pc:chgData name="Reddaveni Thirupathi" userId="eb9d43b22d48b970" providerId="LiveId" clId="{7B272BB5-451C-45F5-B85C-5EBD832C7413}" dt="2026-02-12T13:21:24.799" v="1057" actId="1076"/>
        <pc:sldMkLst>
          <pc:docMk/>
          <pc:sldMk cId="2439281392" sldId="262"/>
        </pc:sldMkLst>
        <pc:spChg chg="add mod">
          <ac:chgData name="Reddaveni Thirupathi" userId="eb9d43b22d48b970" providerId="LiveId" clId="{7B272BB5-451C-45F5-B85C-5EBD832C7413}" dt="2026-02-12T12:52:42.513" v="894" actId="1076"/>
          <ac:spMkLst>
            <pc:docMk/>
            <pc:sldMk cId="2439281392" sldId="262"/>
            <ac:spMk id="3" creationId="{18E01FE7-A9EF-A338-0C1A-07C758B9E91B}"/>
          </ac:spMkLst>
        </pc:spChg>
        <pc:spChg chg="add mod">
          <ac:chgData name="Reddaveni Thirupathi" userId="eb9d43b22d48b970" providerId="LiveId" clId="{7B272BB5-451C-45F5-B85C-5EBD832C7413}" dt="2026-02-12T13:18:34.009" v="1036" actId="688"/>
          <ac:spMkLst>
            <pc:docMk/>
            <pc:sldMk cId="2439281392" sldId="262"/>
            <ac:spMk id="8" creationId="{71418CBF-72C7-C03E-C8D8-41EBA142CE44}"/>
          </ac:spMkLst>
        </pc:spChg>
        <pc:spChg chg="add mod">
          <ac:chgData name="Reddaveni Thirupathi" userId="eb9d43b22d48b970" providerId="LiveId" clId="{7B272BB5-451C-45F5-B85C-5EBD832C7413}" dt="2026-02-12T13:19:53.360" v="1046" actId="1076"/>
          <ac:spMkLst>
            <pc:docMk/>
            <pc:sldMk cId="2439281392" sldId="262"/>
            <ac:spMk id="9" creationId="{DEB0C63D-0DE4-9A32-6CC7-D831E86B4168}"/>
          </ac:spMkLst>
        </pc:spChg>
        <pc:spChg chg="add mod">
          <ac:chgData name="Reddaveni Thirupathi" userId="eb9d43b22d48b970" providerId="LiveId" clId="{7B272BB5-451C-45F5-B85C-5EBD832C7413}" dt="2026-02-12T13:21:24.799" v="1057" actId="1076"/>
          <ac:spMkLst>
            <pc:docMk/>
            <pc:sldMk cId="2439281392" sldId="262"/>
            <ac:spMk id="13" creationId="{80D5EE54-3FF8-FD5F-2871-AA1BA3E5A305}"/>
          </ac:spMkLst>
        </pc:spChg>
        <pc:picChg chg="add mod">
          <ac:chgData name="Reddaveni Thirupathi" userId="eb9d43b22d48b970" providerId="LiveId" clId="{7B272BB5-451C-45F5-B85C-5EBD832C7413}" dt="2026-02-12T13:18:39.243" v="1037" actId="1076"/>
          <ac:picMkLst>
            <pc:docMk/>
            <pc:sldMk cId="2439281392" sldId="262"/>
            <ac:picMk id="5" creationId="{1CA51ADE-58A1-48A6-4BD9-3D4B6D2636F4}"/>
          </ac:picMkLst>
        </pc:picChg>
        <pc:picChg chg="add mod">
          <ac:chgData name="Reddaveni Thirupathi" userId="eb9d43b22d48b970" providerId="LiveId" clId="{7B272BB5-451C-45F5-B85C-5EBD832C7413}" dt="2026-02-12T12:53:34.421" v="897" actId="1076"/>
          <ac:picMkLst>
            <pc:docMk/>
            <pc:sldMk cId="2439281392" sldId="262"/>
            <ac:picMk id="7" creationId="{CEBBB84A-D0C1-EE7F-E2CD-7C6FFDAB902E}"/>
          </ac:picMkLst>
        </pc:picChg>
        <pc:picChg chg="add del mod">
          <ac:chgData name="Reddaveni Thirupathi" userId="eb9d43b22d48b970" providerId="LiveId" clId="{7B272BB5-451C-45F5-B85C-5EBD832C7413}" dt="2026-02-12T13:21:08.933" v="1054" actId="478"/>
          <ac:picMkLst>
            <pc:docMk/>
            <pc:sldMk cId="2439281392" sldId="262"/>
            <ac:picMk id="10" creationId="{4D0D9846-B86A-754B-7AA3-B364ABE62DA0}"/>
          </ac:picMkLst>
        </pc:picChg>
        <pc:picChg chg="add mod">
          <ac:chgData name="Reddaveni Thirupathi" userId="eb9d43b22d48b970" providerId="LiveId" clId="{7B272BB5-451C-45F5-B85C-5EBD832C7413}" dt="2026-02-12T13:21:12.565" v="1055" actId="1076"/>
          <ac:picMkLst>
            <pc:docMk/>
            <pc:sldMk cId="2439281392" sldId="262"/>
            <ac:picMk id="11" creationId="{18F81F93-0185-C699-77B1-B9E9438F4023}"/>
          </ac:picMkLst>
        </pc:picChg>
        <pc:picChg chg="add mod">
          <ac:chgData name="Reddaveni Thirupathi" userId="eb9d43b22d48b970" providerId="LiveId" clId="{7B272BB5-451C-45F5-B85C-5EBD832C7413}" dt="2026-02-12T13:20:20.988" v="1051" actId="1076"/>
          <ac:picMkLst>
            <pc:docMk/>
            <pc:sldMk cId="2439281392" sldId="262"/>
            <ac:picMk id="12" creationId="{DDDBA07F-ACD4-3395-16D1-2EDD0DBB50A4}"/>
          </ac:picMkLst>
        </pc:picChg>
      </pc:sldChg>
      <pc:sldChg chg="addSp modSp mod">
        <pc:chgData name="Reddaveni Thirupathi" userId="eb9d43b22d48b970" providerId="LiveId" clId="{7B272BB5-451C-45F5-B85C-5EBD832C7413}" dt="2026-02-12T11:22:35.109" v="885" actId="11529"/>
        <pc:sldMkLst>
          <pc:docMk/>
          <pc:sldMk cId="4140466031" sldId="263"/>
        </pc:sldMkLst>
        <pc:spChg chg="add mod">
          <ac:chgData name="Reddaveni Thirupathi" userId="eb9d43b22d48b970" providerId="LiveId" clId="{7B272BB5-451C-45F5-B85C-5EBD832C7413}" dt="2026-02-12T11:19:29.605" v="858" actId="115"/>
          <ac:spMkLst>
            <pc:docMk/>
            <pc:sldMk cId="4140466031" sldId="263"/>
            <ac:spMk id="3" creationId="{5315DE06-DEC8-8A2B-2C8E-CA67B5005940}"/>
          </ac:spMkLst>
        </pc:spChg>
        <pc:spChg chg="add mod">
          <ac:chgData name="Reddaveni Thirupathi" userId="eb9d43b22d48b970" providerId="LiveId" clId="{7B272BB5-451C-45F5-B85C-5EBD832C7413}" dt="2026-02-12T11:20:22.884" v="868" actId="1076"/>
          <ac:spMkLst>
            <pc:docMk/>
            <pc:sldMk cId="4140466031" sldId="263"/>
            <ac:spMk id="4" creationId="{A67EA5C4-9714-D746-AB2E-14D252F813B5}"/>
          </ac:spMkLst>
        </pc:spChg>
        <pc:spChg chg="add mod">
          <ac:chgData name="Reddaveni Thirupathi" userId="eb9d43b22d48b970" providerId="LiveId" clId="{7B272BB5-451C-45F5-B85C-5EBD832C7413}" dt="2026-02-12T11:21:43.134" v="879" actId="1076"/>
          <ac:spMkLst>
            <pc:docMk/>
            <pc:sldMk cId="4140466031" sldId="263"/>
            <ac:spMk id="9" creationId="{17ADE41B-B7FF-4ECB-0EB5-D36DF5F2FB26}"/>
          </ac:spMkLst>
        </pc:spChg>
        <pc:spChg chg="add">
          <ac:chgData name="Reddaveni Thirupathi" userId="eb9d43b22d48b970" providerId="LiveId" clId="{7B272BB5-451C-45F5-B85C-5EBD832C7413}" dt="2026-02-12T11:22:35.109" v="885" actId="11529"/>
          <ac:spMkLst>
            <pc:docMk/>
            <pc:sldMk cId="4140466031" sldId="263"/>
            <ac:spMk id="14" creationId="{2B6A6A78-384C-E6AB-BB98-40042028AFAE}"/>
          </ac:spMkLst>
        </pc:spChg>
        <pc:picChg chg="add mod">
          <ac:chgData name="Reddaveni Thirupathi" userId="eb9d43b22d48b970" providerId="LiveId" clId="{7B272BB5-451C-45F5-B85C-5EBD832C7413}" dt="2026-02-12T11:20:59.275" v="871" actId="1076"/>
          <ac:picMkLst>
            <pc:docMk/>
            <pc:sldMk cId="4140466031" sldId="263"/>
            <ac:picMk id="6" creationId="{2D5A3818-BA34-CB5E-4C30-2216A718159B}"/>
          </ac:picMkLst>
        </pc:picChg>
        <pc:picChg chg="add mod">
          <ac:chgData name="Reddaveni Thirupathi" userId="eb9d43b22d48b970" providerId="LiveId" clId="{7B272BB5-451C-45F5-B85C-5EBD832C7413}" dt="2026-02-12T11:21:04.246" v="872" actId="1076"/>
          <ac:picMkLst>
            <pc:docMk/>
            <pc:sldMk cId="4140466031" sldId="263"/>
            <ac:picMk id="8" creationId="{A0578E05-391F-D74D-A61C-EFD92703F8A5}"/>
          </ac:picMkLst>
        </pc:picChg>
        <pc:picChg chg="add mod">
          <ac:chgData name="Reddaveni Thirupathi" userId="eb9d43b22d48b970" providerId="LiveId" clId="{7B272BB5-451C-45F5-B85C-5EBD832C7413}" dt="2026-02-12T11:22:09.725" v="881" actId="1076"/>
          <ac:picMkLst>
            <pc:docMk/>
            <pc:sldMk cId="4140466031" sldId="263"/>
            <ac:picMk id="11" creationId="{1F09B727-5B6F-C6C7-1764-EBBB2CCA5C88}"/>
          </ac:picMkLst>
        </pc:picChg>
        <pc:picChg chg="add mod">
          <ac:chgData name="Reddaveni Thirupathi" userId="eb9d43b22d48b970" providerId="LiveId" clId="{7B272BB5-451C-45F5-B85C-5EBD832C7413}" dt="2026-02-12T11:22:29.263" v="884" actId="1076"/>
          <ac:picMkLst>
            <pc:docMk/>
            <pc:sldMk cId="4140466031" sldId="263"/>
            <ac:picMk id="13" creationId="{DFFB373A-43CA-F3DF-7F49-3A9BFCD2F80D}"/>
          </ac:picMkLst>
        </pc:picChg>
      </pc:sldChg>
      <pc:sldChg chg="addSp modSp mod">
        <pc:chgData name="Reddaveni Thirupathi" userId="eb9d43b22d48b970" providerId="LiveId" clId="{7B272BB5-451C-45F5-B85C-5EBD832C7413}" dt="2026-02-12T11:18:36.478" v="849" actId="1076"/>
        <pc:sldMkLst>
          <pc:docMk/>
          <pc:sldMk cId="1684193795" sldId="264"/>
        </pc:sldMkLst>
        <pc:spChg chg="add mod">
          <ac:chgData name="Reddaveni Thirupathi" userId="eb9d43b22d48b970" providerId="LiveId" clId="{7B272BB5-451C-45F5-B85C-5EBD832C7413}" dt="2026-02-12T11:18:14.669" v="845" actId="1076"/>
          <ac:spMkLst>
            <pc:docMk/>
            <pc:sldMk cId="1684193795" sldId="264"/>
            <ac:spMk id="3" creationId="{A71481F0-59EB-E265-BA53-7E136B73074C}"/>
          </ac:spMkLst>
        </pc:spChg>
        <pc:spChg chg="add">
          <ac:chgData name="Reddaveni Thirupathi" userId="eb9d43b22d48b970" providerId="LiveId" clId="{7B272BB5-451C-45F5-B85C-5EBD832C7413}" dt="2026-02-12T11:18:23.242" v="847" actId="11529"/>
          <ac:spMkLst>
            <pc:docMk/>
            <pc:sldMk cId="1684193795" sldId="264"/>
            <ac:spMk id="6" creationId="{78BBDB6F-A7D8-CD8B-6694-75549125CCF5}"/>
          </ac:spMkLst>
        </pc:spChg>
        <pc:picChg chg="add mod">
          <ac:chgData name="Reddaveni Thirupathi" userId="eb9d43b22d48b970" providerId="LiveId" clId="{7B272BB5-451C-45F5-B85C-5EBD832C7413}" dt="2026-02-12T11:18:17.542" v="846" actId="1076"/>
          <ac:picMkLst>
            <pc:docMk/>
            <pc:sldMk cId="1684193795" sldId="264"/>
            <ac:picMk id="5" creationId="{F832A3B2-EF92-023D-706B-CE5000627A20}"/>
          </ac:picMkLst>
        </pc:picChg>
        <pc:picChg chg="add mod">
          <ac:chgData name="Reddaveni Thirupathi" userId="eb9d43b22d48b970" providerId="LiveId" clId="{7B272BB5-451C-45F5-B85C-5EBD832C7413}" dt="2026-02-12T11:18:36.478" v="849" actId="1076"/>
          <ac:picMkLst>
            <pc:docMk/>
            <pc:sldMk cId="1684193795" sldId="264"/>
            <ac:picMk id="8" creationId="{AE7F2A67-6E8C-5C16-C197-E21529BCEBBE}"/>
          </ac:picMkLst>
        </pc:picChg>
      </pc:sldChg>
      <pc:sldChg chg="addSp modSp mod">
        <pc:chgData name="Reddaveni Thirupathi" userId="eb9d43b22d48b970" providerId="LiveId" clId="{7B272BB5-451C-45F5-B85C-5EBD832C7413}" dt="2026-02-12T11:15:53.023" v="825" actId="115"/>
        <pc:sldMkLst>
          <pc:docMk/>
          <pc:sldMk cId="3774981030" sldId="265"/>
        </pc:sldMkLst>
        <pc:spChg chg="add mod">
          <ac:chgData name="Reddaveni Thirupathi" userId="eb9d43b22d48b970" providerId="LiveId" clId="{7B272BB5-451C-45F5-B85C-5EBD832C7413}" dt="2026-02-12T11:15:53.023" v="825" actId="115"/>
          <ac:spMkLst>
            <pc:docMk/>
            <pc:sldMk cId="3774981030" sldId="265"/>
            <ac:spMk id="3" creationId="{E61468B2-3E9E-8AA1-F5BC-10E4D06992C2}"/>
          </ac:spMkLst>
        </pc:spChg>
        <pc:spChg chg="add mod">
          <ac:chgData name="Reddaveni Thirupathi" userId="eb9d43b22d48b970" providerId="LiveId" clId="{7B272BB5-451C-45F5-B85C-5EBD832C7413}" dt="2026-02-12T11:15:42.705" v="822" actId="1076"/>
          <ac:spMkLst>
            <pc:docMk/>
            <pc:sldMk cId="3774981030" sldId="265"/>
            <ac:spMk id="8" creationId="{AC4C14D8-755E-9081-063C-967280AC7100}"/>
          </ac:spMkLst>
        </pc:spChg>
        <pc:spChg chg="add mod">
          <ac:chgData name="Reddaveni Thirupathi" userId="eb9d43b22d48b970" providerId="LiveId" clId="{7B272BB5-451C-45F5-B85C-5EBD832C7413}" dt="2026-02-12T11:14:47.361" v="812" actId="14100"/>
          <ac:spMkLst>
            <pc:docMk/>
            <pc:sldMk cId="3774981030" sldId="265"/>
            <ac:spMk id="13" creationId="{1189008D-AE95-0570-6621-56319327B044}"/>
          </ac:spMkLst>
        </pc:spChg>
        <pc:picChg chg="add mod">
          <ac:chgData name="Reddaveni Thirupathi" userId="eb9d43b22d48b970" providerId="LiveId" clId="{7B272BB5-451C-45F5-B85C-5EBD832C7413}" dt="2026-02-12T11:14:52.369" v="813" actId="1076"/>
          <ac:picMkLst>
            <pc:docMk/>
            <pc:sldMk cId="3774981030" sldId="265"/>
            <ac:picMk id="5" creationId="{6DCD8B0D-B9B3-2ACB-0A5D-86FEAACE2938}"/>
          </ac:picMkLst>
        </pc:picChg>
        <pc:picChg chg="add mod">
          <ac:chgData name="Reddaveni Thirupathi" userId="eb9d43b22d48b970" providerId="LiveId" clId="{7B272BB5-451C-45F5-B85C-5EBD832C7413}" dt="2026-02-12T11:14:54.701" v="814" actId="1076"/>
          <ac:picMkLst>
            <pc:docMk/>
            <pc:sldMk cId="3774981030" sldId="265"/>
            <ac:picMk id="7" creationId="{1C9F0E44-F3DD-EB8D-EE97-9F59CAC9700F}"/>
          </ac:picMkLst>
        </pc:picChg>
        <pc:picChg chg="add mod">
          <ac:chgData name="Reddaveni Thirupathi" userId="eb9d43b22d48b970" providerId="LiveId" clId="{7B272BB5-451C-45F5-B85C-5EBD832C7413}" dt="2026-02-12T11:15:48.970" v="824" actId="1076"/>
          <ac:picMkLst>
            <pc:docMk/>
            <pc:sldMk cId="3774981030" sldId="265"/>
            <ac:picMk id="10" creationId="{70A1B869-94CE-998B-E85C-D40F74DA738D}"/>
          </ac:picMkLst>
        </pc:picChg>
        <pc:picChg chg="add mod">
          <ac:chgData name="Reddaveni Thirupathi" userId="eb9d43b22d48b970" providerId="LiveId" clId="{7B272BB5-451C-45F5-B85C-5EBD832C7413}" dt="2026-02-12T11:15:45.764" v="823" actId="1076"/>
          <ac:picMkLst>
            <pc:docMk/>
            <pc:sldMk cId="3774981030" sldId="265"/>
            <ac:picMk id="12" creationId="{431E6891-CE0B-3838-C14C-1E34431F70FB}"/>
          </ac:picMkLst>
        </pc:picChg>
      </pc:sldChg>
      <pc:sldChg chg="addSp modSp mod">
        <pc:chgData name="Reddaveni Thirupathi" userId="eb9d43b22d48b970" providerId="LiveId" clId="{7B272BB5-451C-45F5-B85C-5EBD832C7413}" dt="2026-02-12T11:11:20.737" v="776" actId="1076"/>
        <pc:sldMkLst>
          <pc:docMk/>
          <pc:sldMk cId="684996675" sldId="266"/>
        </pc:sldMkLst>
        <pc:spChg chg="add mod">
          <ac:chgData name="Reddaveni Thirupathi" userId="eb9d43b22d48b970" providerId="LiveId" clId="{7B272BB5-451C-45F5-B85C-5EBD832C7413}" dt="2026-02-12T11:10:29.964" v="769" actId="12"/>
          <ac:spMkLst>
            <pc:docMk/>
            <pc:sldMk cId="684996675" sldId="266"/>
            <ac:spMk id="3" creationId="{CB8DF5DE-216A-0880-4F6A-072436EFDCF9}"/>
          </ac:spMkLst>
        </pc:spChg>
        <pc:spChg chg="add mod">
          <ac:chgData name="Reddaveni Thirupathi" userId="eb9d43b22d48b970" providerId="LiveId" clId="{7B272BB5-451C-45F5-B85C-5EBD832C7413}" dt="2026-02-12T11:11:20.737" v="776" actId="1076"/>
          <ac:spMkLst>
            <pc:docMk/>
            <pc:sldMk cId="684996675" sldId="266"/>
            <ac:spMk id="8" creationId="{1B0A94D1-460D-4BD2-DA59-212C16AB810C}"/>
          </ac:spMkLst>
        </pc:spChg>
        <pc:picChg chg="add mod">
          <ac:chgData name="Reddaveni Thirupathi" userId="eb9d43b22d48b970" providerId="LiveId" clId="{7B272BB5-451C-45F5-B85C-5EBD832C7413}" dt="2026-02-12T11:10:49.048" v="771" actId="1076"/>
          <ac:picMkLst>
            <pc:docMk/>
            <pc:sldMk cId="684996675" sldId="266"/>
            <ac:picMk id="5" creationId="{E1E91D45-DA6D-5D87-0BB6-DAB70E7B94B7}"/>
          </ac:picMkLst>
        </pc:picChg>
        <pc:picChg chg="add mod">
          <ac:chgData name="Reddaveni Thirupathi" userId="eb9d43b22d48b970" providerId="LiveId" clId="{7B272BB5-451C-45F5-B85C-5EBD832C7413}" dt="2026-02-12T11:11:17.938" v="775" actId="1076"/>
          <ac:picMkLst>
            <pc:docMk/>
            <pc:sldMk cId="684996675" sldId="266"/>
            <ac:picMk id="7" creationId="{02ECC5F6-0B7A-A4EF-9D12-0797277A4F42}"/>
          </ac:picMkLst>
        </pc:picChg>
      </pc:sldChg>
      <pc:sldChg chg="addSp delSp modSp del mod">
        <pc:chgData name="Reddaveni Thirupathi" userId="eb9d43b22d48b970" providerId="LiveId" clId="{7B272BB5-451C-45F5-B85C-5EBD832C7413}" dt="2026-02-12T13:16:53.079" v="1034" actId="2696"/>
        <pc:sldMkLst>
          <pc:docMk/>
          <pc:sldMk cId="2407369970" sldId="267"/>
        </pc:sldMkLst>
        <pc:spChg chg="add mod">
          <ac:chgData name="Reddaveni Thirupathi" userId="eb9d43b22d48b970" providerId="LiveId" clId="{7B272BB5-451C-45F5-B85C-5EBD832C7413}" dt="2026-02-12T11:04:03.504" v="738" actId="1076"/>
          <ac:spMkLst>
            <pc:docMk/>
            <pc:sldMk cId="2407369970" sldId="267"/>
            <ac:spMk id="3" creationId="{0E6EAAE3-11DB-3E44-D986-850DC2CDAF73}"/>
          </ac:spMkLst>
        </pc:spChg>
        <pc:spChg chg="add mod">
          <ac:chgData name="Reddaveni Thirupathi" userId="eb9d43b22d48b970" providerId="LiveId" clId="{7B272BB5-451C-45F5-B85C-5EBD832C7413}" dt="2026-02-12T11:08:32.894" v="758" actId="1076"/>
          <ac:spMkLst>
            <pc:docMk/>
            <pc:sldMk cId="2407369970" sldId="267"/>
            <ac:spMk id="8" creationId="{A2DF1D88-835F-D063-0EB9-6F0C28320BC2}"/>
          </ac:spMkLst>
        </pc:spChg>
        <pc:picChg chg="add del mod">
          <ac:chgData name="Reddaveni Thirupathi" userId="eb9d43b22d48b970" providerId="LiveId" clId="{7B272BB5-451C-45F5-B85C-5EBD832C7413}" dt="2026-02-12T11:08:23.588" v="753" actId="478"/>
          <ac:picMkLst>
            <pc:docMk/>
            <pc:sldMk cId="2407369970" sldId="267"/>
            <ac:picMk id="5" creationId="{B21E19DF-F17A-2B35-64B6-A8CDCE0EC8A0}"/>
          </ac:picMkLst>
        </pc:picChg>
        <pc:picChg chg="add del mod">
          <ac:chgData name="Reddaveni Thirupathi" userId="eb9d43b22d48b970" providerId="LiveId" clId="{7B272BB5-451C-45F5-B85C-5EBD832C7413}" dt="2026-02-12T11:08:34.077" v="759" actId="478"/>
          <ac:picMkLst>
            <pc:docMk/>
            <pc:sldMk cId="2407369970" sldId="267"/>
            <ac:picMk id="7" creationId="{0541C3AA-6BFF-FF8B-0BDB-104083B8A153}"/>
          </ac:picMkLst>
        </pc:picChg>
        <pc:picChg chg="add mod">
          <ac:chgData name="Reddaveni Thirupathi" userId="eb9d43b22d48b970" providerId="LiveId" clId="{7B272BB5-451C-45F5-B85C-5EBD832C7413}" dt="2026-02-12T11:08:30.672" v="757" actId="1076"/>
          <ac:picMkLst>
            <pc:docMk/>
            <pc:sldMk cId="2407369970" sldId="267"/>
            <ac:picMk id="10" creationId="{199F0372-614B-AE3D-B6B7-CB490CDF56B8}"/>
          </ac:picMkLst>
        </pc:picChg>
        <pc:picChg chg="add mod">
          <ac:chgData name="Reddaveni Thirupathi" userId="eb9d43b22d48b970" providerId="LiveId" clId="{7B272BB5-451C-45F5-B85C-5EBD832C7413}" dt="2026-02-12T11:09:17.189" v="762" actId="1076"/>
          <ac:picMkLst>
            <pc:docMk/>
            <pc:sldMk cId="2407369970" sldId="267"/>
            <ac:picMk id="12" creationId="{A61B21D9-DCC6-B45C-FF91-2D0DCE1E81E3}"/>
          </ac:picMkLst>
        </pc:picChg>
      </pc:sldChg>
      <pc:sldChg chg="addSp delSp modSp mod">
        <pc:chgData name="Reddaveni Thirupathi" userId="eb9d43b22d48b970" providerId="LiveId" clId="{7B272BB5-451C-45F5-B85C-5EBD832C7413}" dt="2026-02-12T13:16:27.375" v="1033" actId="1076"/>
        <pc:sldMkLst>
          <pc:docMk/>
          <pc:sldMk cId="1913179197" sldId="268"/>
        </pc:sldMkLst>
        <pc:spChg chg="add mod">
          <ac:chgData name="Reddaveni Thirupathi" userId="eb9d43b22d48b970" providerId="LiveId" clId="{7B272BB5-451C-45F5-B85C-5EBD832C7413}" dt="2026-02-12T11:15:59.369" v="826" actId="115"/>
          <ac:spMkLst>
            <pc:docMk/>
            <pc:sldMk cId="1913179197" sldId="268"/>
            <ac:spMk id="3" creationId="{ABC618A5-E0EC-15CA-F00E-B6417C663D24}"/>
          </ac:spMkLst>
        </pc:spChg>
        <pc:spChg chg="add mod">
          <ac:chgData name="Reddaveni Thirupathi" userId="eb9d43b22d48b970" providerId="LiveId" clId="{7B272BB5-451C-45F5-B85C-5EBD832C7413}" dt="2026-02-12T11:16:16.642" v="828" actId="255"/>
          <ac:spMkLst>
            <pc:docMk/>
            <pc:sldMk cId="1913179197" sldId="268"/>
            <ac:spMk id="4" creationId="{259BC156-4674-A758-EA8E-E3DCC655C474}"/>
          </ac:spMkLst>
        </pc:spChg>
        <pc:spChg chg="add mod">
          <ac:chgData name="Reddaveni Thirupathi" userId="eb9d43b22d48b970" providerId="LiveId" clId="{7B272BB5-451C-45F5-B85C-5EBD832C7413}" dt="2026-02-12T13:14:04.304" v="1020" actId="14100"/>
          <ac:spMkLst>
            <pc:docMk/>
            <pc:sldMk cId="1913179197" sldId="268"/>
            <ac:spMk id="5" creationId="{4333B1CD-9B9A-FEEA-9A22-1AE1D1BE062C}"/>
          </ac:spMkLst>
        </pc:spChg>
        <pc:spChg chg="add mod">
          <ac:chgData name="Reddaveni Thirupathi" userId="eb9d43b22d48b970" providerId="LiveId" clId="{7B272BB5-451C-45F5-B85C-5EBD832C7413}" dt="2026-02-12T13:15:34.605" v="1024" actId="1076"/>
          <ac:spMkLst>
            <pc:docMk/>
            <pc:sldMk cId="1913179197" sldId="268"/>
            <ac:spMk id="9" creationId="{1389F82B-74D4-BC21-EE08-C4D329CD1AA8}"/>
          </ac:spMkLst>
        </pc:spChg>
        <pc:spChg chg="add del mod">
          <ac:chgData name="Reddaveni Thirupathi" userId="eb9d43b22d48b970" providerId="LiveId" clId="{7B272BB5-451C-45F5-B85C-5EBD832C7413}" dt="2026-02-12T13:13:22.110" v="1010" actId="478"/>
          <ac:spMkLst>
            <pc:docMk/>
            <pc:sldMk cId="1913179197" sldId="268"/>
            <ac:spMk id="10" creationId="{3577485B-8304-39E0-D960-450018275160}"/>
          </ac:spMkLst>
        </pc:spChg>
        <pc:spChg chg="add mod">
          <ac:chgData name="Reddaveni Thirupathi" userId="eb9d43b22d48b970" providerId="LiveId" clId="{7B272BB5-451C-45F5-B85C-5EBD832C7413}" dt="2026-02-12T13:16:27.375" v="1033" actId="1076"/>
          <ac:spMkLst>
            <pc:docMk/>
            <pc:sldMk cId="1913179197" sldId="268"/>
            <ac:spMk id="12" creationId="{4DDED942-E4A3-F1E4-1806-EF8288B6B702}"/>
          </ac:spMkLst>
        </pc:spChg>
        <pc:picChg chg="add mod">
          <ac:chgData name="Reddaveni Thirupathi" userId="eb9d43b22d48b970" providerId="LiveId" clId="{7B272BB5-451C-45F5-B85C-5EBD832C7413}" dt="2026-02-12T13:15:38.876" v="1025" actId="1076"/>
          <ac:picMkLst>
            <pc:docMk/>
            <pc:sldMk cId="1913179197" sldId="268"/>
            <ac:picMk id="6" creationId="{82EA528F-69AE-C880-1818-FFD68D46661B}"/>
          </ac:picMkLst>
        </pc:picChg>
        <pc:picChg chg="add mod">
          <ac:chgData name="Reddaveni Thirupathi" userId="eb9d43b22d48b970" providerId="LiveId" clId="{7B272BB5-451C-45F5-B85C-5EBD832C7413}" dt="2026-02-12T13:15:09.457" v="1022" actId="1076"/>
          <ac:picMkLst>
            <pc:docMk/>
            <pc:sldMk cId="1913179197" sldId="268"/>
            <ac:picMk id="7" creationId="{7844AAD9-5B7B-3BC3-F106-820C90F38AFE}"/>
          </ac:picMkLst>
        </pc:picChg>
        <pc:picChg chg="add mod">
          <ac:chgData name="Reddaveni Thirupathi" userId="eb9d43b22d48b970" providerId="LiveId" clId="{7B272BB5-451C-45F5-B85C-5EBD832C7413}" dt="2026-02-12T13:15:30.268" v="1023" actId="1076"/>
          <ac:picMkLst>
            <pc:docMk/>
            <pc:sldMk cId="1913179197" sldId="268"/>
            <ac:picMk id="8" creationId="{4BA9F357-8826-7DB7-C213-BBA58487AF22}"/>
          </ac:picMkLst>
        </pc:picChg>
        <pc:picChg chg="add mod">
          <ac:chgData name="Reddaveni Thirupathi" userId="eb9d43b22d48b970" providerId="LiveId" clId="{7B272BB5-451C-45F5-B85C-5EBD832C7413}" dt="2026-02-12T13:15:54.922" v="1028" actId="1076"/>
          <ac:picMkLst>
            <pc:docMk/>
            <pc:sldMk cId="1913179197" sldId="268"/>
            <ac:picMk id="11" creationId="{C652D97B-6C45-19C6-C66C-46C42C2C296F}"/>
          </ac:picMkLst>
        </pc:picChg>
      </pc:sldChg>
      <pc:sldChg chg="addSp modSp del mod">
        <pc:chgData name="Reddaveni Thirupathi" userId="eb9d43b22d48b970" providerId="LiveId" clId="{7B272BB5-451C-45F5-B85C-5EBD832C7413}" dt="2026-02-12T13:53:28.859" v="1266" actId="2696"/>
        <pc:sldMkLst>
          <pc:docMk/>
          <pc:sldMk cId="3106436559" sldId="269"/>
        </pc:sldMkLst>
        <pc:spChg chg="add mod">
          <ac:chgData name="Reddaveni Thirupathi" userId="eb9d43b22d48b970" providerId="LiveId" clId="{7B272BB5-451C-45F5-B85C-5EBD832C7413}" dt="2026-02-12T11:16:23.768" v="829" actId="255"/>
          <ac:spMkLst>
            <pc:docMk/>
            <pc:sldMk cId="3106436559" sldId="269"/>
            <ac:spMk id="7" creationId="{324DDFEE-9EB2-92ED-4223-BD9DB47D1050}"/>
          </ac:spMkLst>
        </pc:spChg>
        <pc:spChg chg="add mod">
          <ac:chgData name="Reddaveni Thirupathi" userId="eb9d43b22d48b970" providerId="LiveId" clId="{7B272BB5-451C-45F5-B85C-5EBD832C7413}" dt="2026-02-12T10:54:45.873" v="658" actId="1076"/>
          <ac:spMkLst>
            <pc:docMk/>
            <pc:sldMk cId="3106436559" sldId="269"/>
            <ac:spMk id="8" creationId="{383E40C3-2D4A-DBEC-0E6B-AB4BB09F845C}"/>
          </ac:spMkLst>
        </pc:spChg>
        <pc:picChg chg="add mod">
          <ac:chgData name="Reddaveni Thirupathi" userId="eb9d43b22d48b970" providerId="LiveId" clId="{7B272BB5-451C-45F5-B85C-5EBD832C7413}" dt="2026-02-12T10:54:52.999" v="659" actId="1076"/>
          <ac:picMkLst>
            <pc:docMk/>
            <pc:sldMk cId="3106436559" sldId="269"/>
            <ac:picMk id="4" creationId="{D8ECA692-1096-F275-8783-F92F62FF8633}"/>
          </ac:picMkLst>
        </pc:picChg>
        <pc:picChg chg="add mod">
          <ac:chgData name="Reddaveni Thirupathi" userId="eb9d43b22d48b970" providerId="LiveId" clId="{7B272BB5-451C-45F5-B85C-5EBD832C7413}" dt="2026-02-12T10:54:38.171" v="655" actId="1076"/>
          <ac:picMkLst>
            <pc:docMk/>
            <pc:sldMk cId="3106436559" sldId="269"/>
            <ac:picMk id="6" creationId="{18A6DE8D-192E-D186-5344-7A007B3E9FA8}"/>
          </ac:picMkLst>
        </pc:picChg>
      </pc:sldChg>
      <pc:sldChg chg="addSp delSp modSp mod">
        <pc:chgData name="Reddaveni Thirupathi" userId="eb9d43b22d48b970" providerId="LiveId" clId="{7B272BB5-451C-45F5-B85C-5EBD832C7413}" dt="2026-02-12T13:53:22.486" v="1265" actId="1076"/>
        <pc:sldMkLst>
          <pc:docMk/>
          <pc:sldMk cId="2082023450" sldId="270"/>
        </pc:sldMkLst>
        <pc:spChg chg="add mod">
          <ac:chgData name="Reddaveni Thirupathi" userId="eb9d43b22d48b970" providerId="LiveId" clId="{7B272BB5-451C-45F5-B85C-5EBD832C7413}" dt="2026-02-12T13:52:06.977" v="1255" actId="1076"/>
          <ac:spMkLst>
            <pc:docMk/>
            <pc:sldMk cId="2082023450" sldId="270"/>
            <ac:spMk id="3" creationId="{A8B86F1A-52C7-EB7D-F377-9358E6E1A398}"/>
          </ac:spMkLst>
        </pc:spChg>
        <pc:spChg chg="add mod">
          <ac:chgData name="Reddaveni Thirupathi" userId="eb9d43b22d48b970" providerId="LiveId" clId="{7B272BB5-451C-45F5-B85C-5EBD832C7413}" dt="2026-02-12T13:52:17.292" v="1257" actId="1076"/>
          <ac:spMkLst>
            <pc:docMk/>
            <pc:sldMk cId="2082023450" sldId="270"/>
            <ac:spMk id="4" creationId="{CD91A201-A74D-27C5-BEE9-EE080FF695AA}"/>
          </ac:spMkLst>
        </pc:spChg>
        <pc:spChg chg="add mod">
          <ac:chgData name="Reddaveni Thirupathi" userId="eb9d43b22d48b970" providerId="LiveId" clId="{7B272BB5-451C-45F5-B85C-5EBD832C7413}" dt="2026-02-12T13:52:46.838" v="1259" actId="1076"/>
          <ac:spMkLst>
            <pc:docMk/>
            <pc:sldMk cId="2082023450" sldId="270"/>
            <ac:spMk id="6" creationId="{15D83156-E952-5546-33CE-179EF4BD32DB}"/>
          </ac:spMkLst>
        </pc:spChg>
        <pc:spChg chg="add del mod">
          <ac:chgData name="Reddaveni Thirupathi" userId="eb9d43b22d48b970" providerId="LiveId" clId="{7B272BB5-451C-45F5-B85C-5EBD832C7413}" dt="2026-02-12T10:51:32.820" v="632" actId="478"/>
          <ac:spMkLst>
            <pc:docMk/>
            <pc:sldMk cId="2082023450" sldId="270"/>
            <ac:spMk id="8" creationId="{73106CD4-18E0-00B5-C2AA-A5D3E60045FE}"/>
          </ac:spMkLst>
        </pc:spChg>
        <pc:spChg chg="add del mod">
          <ac:chgData name="Reddaveni Thirupathi" userId="eb9d43b22d48b970" providerId="LiveId" clId="{7B272BB5-451C-45F5-B85C-5EBD832C7413}" dt="2026-02-12T13:51:01.286" v="1239" actId="478"/>
          <ac:spMkLst>
            <pc:docMk/>
            <pc:sldMk cId="2082023450" sldId="270"/>
            <ac:spMk id="9" creationId="{9BF89C6A-E089-7181-5725-7A58F818149D}"/>
          </ac:spMkLst>
        </pc:spChg>
        <pc:spChg chg="add mod">
          <ac:chgData name="Reddaveni Thirupathi" userId="eb9d43b22d48b970" providerId="LiveId" clId="{7B272BB5-451C-45F5-B85C-5EBD832C7413}" dt="2026-02-12T13:53:16.414" v="1264" actId="1076"/>
          <ac:spMkLst>
            <pc:docMk/>
            <pc:sldMk cId="2082023450" sldId="270"/>
            <ac:spMk id="11" creationId="{7A3090FA-6F0F-421D-8706-F159160FE4E2}"/>
          </ac:spMkLst>
        </pc:spChg>
        <pc:picChg chg="add mod">
          <ac:chgData name="Reddaveni Thirupathi" userId="eb9d43b22d48b970" providerId="LiveId" clId="{7B272BB5-451C-45F5-B85C-5EBD832C7413}" dt="2026-02-12T13:52:10.076" v="1256" actId="1076"/>
          <ac:picMkLst>
            <pc:docMk/>
            <pc:sldMk cId="2082023450" sldId="270"/>
            <ac:picMk id="5" creationId="{03893992-7C26-5C7F-4C83-79104FFF6710}"/>
          </ac:picMkLst>
        </pc:picChg>
        <pc:picChg chg="add mod">
          <ac:chgData name="Reddaveni Thirupathi" userId="eb9d43b22d48b970" providerId="LiveId" clId="{7B272BB5-451C-45F5-B85C-5EBD832C7413}" dt="2026-02-12T13:52:19.882" v="1258" actId="1076"/>
          <ac:picMkLst>
            <pc:docMk/>
            <pc:sldMk cId="2082023450" sldId="270"/>
            <ac:picMk id="7" creationId="{2DD78FD9-EBFD-DBEA-749C-778F52768FA4}"/>
          </ac:picMkLst>
        </pc:picChg>
        <pc:picChg chg="add mod">
          <ac:chgData name="Reddaveni Thirupathi" userId="eb9d43b22d48b970" providerId="LiveId" clId="{7B272BB5-451C-45F5-B85C-5EBD832C7413}" dt="2026-02-12T13:52:53.588" v="1260" actId="1076"/>
          <ac:picMkLst>
            <pc:docMk/>
            <pc:sldMk cId="2082023450" sldId="270"/>
            <ac:picMk id="8" creationId="{AEB1580B-189C-7174-3A97-4DF99DC4C49C}"/>
          </ac:picMkLst>
        </pc:picChg>
        <pc:picChg chg="add mod">
          <ac:chgData name="Reddaveni Thirupathi" userId="eb9d43b22d48b970" providerId="LiveId" clId="{7B272BB5-451C-45F5-B85C-5EBD832C7413}" dt="2026-02-12T13:53:22.486" v="1265" actId="1076"/>
          <ac:picMkLst>
            <pc:docMk/>
            <pc:sldMk cId="2082023450" sldId="270"/>
            <ac:picMk id="10" creationId="{8B9945BF-E836-0B79-26BC-82F9350E5AE0}"/>
          </ac:picMkLst>
        </pc:picChg>
      </pc:sldChg>
      <pc:sldChg chg="addSp modSp mod">
        <pc:chgData name="Reddaveni Thirupathi" userId="eb9d43b22d48b970" providerId="LiveId" clId="{7B272BB5-451C-45F5-B85C-5EBD832C7413}" dt="2026-02-12T14:57:30.284" v="1469" actId="1076"/>
        <pc:sldMkLst>
          <pc:docMk/>
          <pc:sldMk cId="3422437991" sldId="271"/>
        </pc:sldMkLst>
        <pc:spChg chg="add mod">
          <ac:chgData name="Reddaveni Thirupathi" userId="eb9d43b22d48b970" providerId="LiveId" clId="{7B272BB5-451C-45F5-B85C-5EBD832C7413}" dt="2026-02-12T14:57:30.284" v="1469" actId="1076"/>
          <ac:spMkLst>
            <pc:docMk/>
            <pc:sldMk cId="3422437991" sldId="271"/>
            <ac:spMk id="3" creationId="{B76EA52E-32A9-03EC-53DC-C7DA09C02714}"/>
          </ac:spMkLst>
        </pc:spChg>
        <pc:spChg chg="add mod">
          <ac:chgData name="Reddaveni Thirupathi" userId="eb9d43b22d48b970" providerId="LiveId" clId="{7B272BB5-451C-45F5-B85C-5EBD832C7413}" dt="2026-02-12T10:42:19.898" v="606" actId="1076"/>
          <ac:spMkLst>
            <pc:docMk/>
            <pc:sldMk cId="3422437991" sldId="271"/>
            <ac:spMk id="8" creationId="{C7B4E327-A844-AFD2-E813-096053990978}"/>
          </ac:spMkLst>
        </pc:spChg>
        <pc:picChg chg="add mod">
          <ac:chgData name="Reddaveni Thirupathi" userId="eb9d43b22d48b970" providerId="LiveId" clId="{7B272BB5-451C-45F5-B85C-5EBD832C7413}" dt="2026-02-12T10:41:48.769" v="601" actId="1076"/>
          <ac:picMkLst>
            <pc:docMk/>
            <pc:sldMk cId="3422437991" sldId="271"/>
            <ac:picMk id="5" creationId="{AE399ECE-32CE-E767-0DDA-E6BC921C4B8E}"/>
          </ac:picMkLst>
        </pc:picChg>
        <pc:picChg chg="add mod">
          <ac:chgData name="Reddaveni Thirupathi" userId="eb9d43b22d48b970" providerId="LiveId" clId="{7B272BB5-451C-45F5-B85C-5EBD832C7413}" dt="2026-02-12T10:42:05.337" v="603" actId="1076"/>
          <ac:picMkLst>
            <pc:docMk/>
            <pc:sldMk cId="3422437991" sldId="271"/>
            <ac:picMk id="7" creationId="{38D718D8-6E7F-3EC4-E803-C5F4421547DF}"/>
          </ac:picMkLst>
        </pc:picChg>
      </pc:sldChg>
      <pc:sldChg chg="addSp delSp modSp mod">
        <pc:chgData name="Reddaveni Thirupathi" userId="eb9d43b22d48b970" providerId="LiveId" clId="{7B272BB5-451C-45F5-B85C-5EBD832C7413}" dt="2026-02-12T13:50:20.433" v="1236" actId="115"/>
        <pc:sldMkLst>
          <pc:docMk/>
          <pc:sldMk cId="820395824" sldId="272"/>
        </pc:sldMkLst>
        <pc:spChg chg="add del mod">
          <ac:chgData name="Reddaveni Thirupathi" userId="eb9d43b22d48b970" providerId="LiveId" clId="{7B272BB5-451C-45F5-B85C-5EBD832C7413}" dt="2026-02-12T10:33:42.703" v="530"/>
          <ac:spMkLst>
            <pc:docMk/>
            <pc:sldMk cId="820395824" sldId="272"/>
            <ac:spMk id="3" creationId="{48E6C3D4-289C-8A96-07C3-9D611D30F20A}"/>
          </ac:spMkLst>
        </pc:spChg>
        <pc:spChg chg="add del mod">
          <ac:chgData name="Reddaveni Thirupathi" userId="eb9d43b22d48b970" providerId="LiveId" clId="{7B272BB5-451C-45F5-B85C-5EBD832C7413}" dt="2026-02-12T10:35:11.433" v="551" actId="1076"/>
          <ac:spMkLst>
            <pc:docMk/>
            <pc:sldMk cId="820395824" sldId="272"/>
            <ac:spMk id="4" creationId="{32880A31-2415-5349-F6A8-B7DAB6919549}"/>
          </ac:spMkLst>
        </pc:spChg>
        <pc:spChg chg="add mod">
          <ac:chgData name="Reddaveni Thirupathi" userId="eb9d43b22d48b970" providerId="LiveId" clId="{7B272BB5-451C-45F5-B85C-5EBD832C7413}" dt="2026-02-12T11:16:47.832" v="832" actId="207"/>
          <ac:spMkLst>
            <pc:docMk/>
            <pc:sldMk cId="820395824" sldId="272"/>
            <ac:spMk id="5" creationId="{8E210065-A4BB-298C-5090-9A4AD0E94569}"/>
          </ac:spMkLst>
        </pc:spChg>
        <pc:spChg chg="add mod">
          <ac:chgData name="Reddaveni Thirupathi" userId="eb9d43b22d48b970" providerId="LiveId" clId="{7B272BB5-451C-45F5-B85C-5EBD832C7413}" dt="2026-02-12T10:38:57.929" v="577" actId="1076"/>
          <ac:spMkLst>
            <pc:docMk/>
            <pc:sldMk cId="820395824" sldId="272"/>
            <ac:spMk id="10" creationId="{25FBB25D-EB68-570F-9D1E-DEF1D92E957B}"/>
          </ac:spMkLst>
        </pc:spChg>
        <pc:spChg chg="add mod">
          <ac:chgData name="Reddaveni Thirupathi" userId="eb9d43b22d48b970" providerId="LiveId" clId="{7B272BB5-451C-45F5-B85C-5EBD832C7413}" dt="2026-02-12T13:50:20.433" v="1236" actId="115"/>
          <ac:spMkLst>
            <pc:docMk/>
            <pc:sldMk cId="820395824" sldId="272"/>
            <ac:spMk id="11" creationId="{00A25917-7804-0CE7-A760-F2211FAB254F}"/>
          </ac:spMkLst>
        </pc:spChg>
        <pc:picChg chg="add mod">
          <ac:chgData name="Reddaveni Thirupathi" userId="eb9d43b22d48b970" providerId="LiveId" clId="{7B272BB5-451C-45F5-B85C-5EBD832C7413}" dt="2026-02-12T10:38:54.086" v="576" actId="1076"/>
          <ac:picMkLst>
            <pc:docMk/>
            <pc:sldMk cId="820395824" sldId="272"/>
            <ac:picMk id="7" creationId="{E21FE48B-F05D-4A87-3A60-6064D9BFFB79}"/>
          </ac:picMkLst>
        </pc:picChg>
        <pc:picChg chg="add mod">
          <ac:chgData name="Reddaveni Thirupathi" userId="eb9d43b22d48b970" providerId="LiveId" clId="{7B272BB5-451C-45F5-B85C-5EBD832C7413}" dt="2026-02-12T10:39:01.372" v="578" actId="1076"/>
          <ac:picMkLst>
            <pc:docMk/>
            <pc:sldMk cId="820395824" sldId="272"/>
            <ac:picMk id="9" creationId="{264EF6B9-3429-F3C1-3278-92D67E257009}"/>
          </ac:picMkLst>
        </pc:picChg>
      </pc:sldChg>
      <pc:sldChg chg="addSp modSp mod">
        <pc:chgData name="Reddaveni Thirupathi" userId="eb9d43b22d48b970" providerId="LiveId" clId="{7B272BB5-451C-45F5-B85C-5EBD832C7413}" dt="2026-02-12T14:49:57.943" v="1460" actId="1076"/>
        <pc:sldMkLst>
          <pc:docMk/>
          <pc:sldMk cId="2505304565" sldId="273"/>
        </pc:sldMkLst>
        <pc:spChg chg="add mod">
          <ac:chgData name="Reddaveni Thirupathi" userId="eb9d43b22d48b970" providerId="LiveId" clId="{7B272BB5-451C-45F5-B85C-5EBD832C7413}" dt="2026-02-12T10:33:23.583" v="527" actId="1076"/>
          <ac:spMkLst>
            <pc:docMk/>
            <pc:sldMk cId="2505304565" sldId="273"/>
            <ac:spMk id="3" creationId="{2BB5AA55-839A-9704-309D-90D0126C52EA}"/>
          </ac:spMkLst>
        </pc:spChg>
        <pc:picChg chg="add mod">
          <ac:chgData name="Reddaveni Thirupathi" userId="eb9d43b22d48b970" providerId="LiveId" clId="{7B272BB5-451C-45F5-B85C-5EBD832C7413}" dt="2026-02-12T14:49:57.943" v="1460" actId="1076"/>
          <ac:picMkLst>
            <pc:docMk/>
            <pc:sldMk cId="2505304565" sldId="273"/>
            <ac:picMk id="5" creationId="{8AD411ED-5FB1-8033-2843-33FE29D13548}"/>
          </ac:picMkLst>
        </pc:picChg>
      </pc:sldChg>
      <pc:sldChg chg="addSp modSp mod">
        <pc:chgData name="Reddaveni Thirupathi" userId="eb9d43b22d48b970" providerId="LiveId" clId="{7B272BB5-451C-45F5-B85C-5EBD832C7413}" dt="2026-02-12T10:09:01.922" v="436" actId="1076"/>
        <pc:sldMkLst>
          <pc:docMk/>
          <pc:sldMk cId="2320472588" sldId="274"/>
        </pc:sldMkLst>
        <pc:spChg chg="add mod">
          <ac:chgData name="Reddaveni Thirupathi" userId="eb9d43b22d48b970" providerId="LiveId" clId="{7B272BB5-451C-45F5-B85C-5EBD832C7413}" dt="2026-02-12T10:05:55.117" v="276" actId="1076"/>
          <ac:spMkLst>
            <pc:docMk/>
            <pc:sldMk cId="2320472588" sldId="274"/>
            <ac:spMk id="3" creationId="{6A4F8529-47CB-6143-5604-E2173CDB566C}"/>
          </ac:spMkLst>
        </pc:spChg>
        <pc:spChg chg="add mod">
          <ac:chgData name="Reddaveni Thirupathi" userId="eb9d43b22d48b970" providerId="LiveId" clId="{7B272BB5-451C-45F5-B85C-5EBD832C7413}" dt="2026-02-12T10:09:01.922" v="436" actId="1076"/>
          <ac:spMkLst>
            <pc:docMk/>
            <pc:sldMk cId="2320472588" sldId="274"/>
            <ac:spMk id="4" creationId="{6EAFE343-6DC6-84F0-D66E-5CD0865802F9}"/>
          </ac:spMkLst>
        </pc:spChg>
        <pc:spChg chg="add">
          <ac:chgData name="Reddaveni Thirupathi" userId="eb9d43b22d48b970" providerId="LiveId" clId="{7B272BB5-451C-45F5-B85C-5EBD832C7413}" dt="2026-02-12T10:06:01.013" v="278"/>
          <ac:spMkLst>
            <pc:docMk/>
            <pc:sldMk cId="2320472588" sldId="274"/>
            <ac:spMk id="5" creationId="{3B406A8A-99EA-B914-655B-F2EA71F16703}"/>
          </ac:spMkLst>
        </pc:spChg>
      </pc:sldChg>
      <pc:sldChg chg="addSp modSp mod">
        <pc:chgData name="Reddaveni Thirupathi" userId="eb9d43b22d48b970" providerId="LiveId" clId="{7B272BB5-451C-45F5-B85C-5EBD832C7413}" dt="2026-02-12T14:56:42.101" v="1468" actId="20577"/>
        <pc:sldMkLst>
          <pc:docMk/>
          <pc:sldMk cId="53032058" sldId="275"/>
        </pc:sldMkLst>
        <pc:spChg chg="add mod">
          <ac:chgData name="Reddaveni Thirupathi" userId="eb9d43b22d48b970" providerId="LiveId" clId="{7B272BB5-451C-45F5-B85C-5EBD832C7413}" dt="2026-02-12T10:09:37.509" v="452" actId="1076"/>
          <ac:spMkLst>
            <pc:docMk/>
            <pc:sldMk cId="53032058" sldId="275"/>
            <ac:spMk id="3" creationId="{6D736843-95A5-910E-ACD0-3BAC327E04E2}"/>
          </ac:spMkLst>
        </pc:spChg>
        <pc:spChg chg="add mod">
          <ac:chgData name="Reddaveni Thirupathi" userId="eb9d43b22d48b970" providerId="LiveId" clId="{7B272BB5-451C-45F5-B85C-5EBD832C7413}" dt="2026-02-12T14:56:42.101" v="1468" actId="20577"/>
          <ac:spMkLst>
            <pc:docMk/>
            <pc:sldMk cId="53032058" sldId="275"/>
            <ac:spMk id="4" creationId="{40EFD0E4-4DB4-4EF9-E8DF-D654FE30C249}"/>
          </ac:spMkLst>
        </pc:spChg>
        <pc:picChg chg="mod">
          <ac:chgData name="Reddaveni Thirupathi" userId="eb9d43b22d48b970" providerId="LiveId" clId="{7B272BB5-451C-45F5-B85C-5EBD832C7413}" dt="2026-02-12T10:12:13.519" v="505" actId="1076"/>
          <ac:picMkLst>
            <pc:docMk/>
            <pc:sldMk cId="53032058" sldId="275"/>
            <ac:picMk id="2" creationId="{03B3697A-18D0-0390-A7D6-50BE58B8996F}"/>
          </ac:picMkLst>
        </pc:picChg>
      </pc:sldChg>
      <pc:sldChg chg="addSp delSp modSp new mod">
        <pc:chgData name="Reddaveni Thirupathi" userId="eb9d43b22d48b970" providerId="LiveId" clId="{7B272BB5-451C-45F5-B85C-5EBD832C7413}" dt="2026-02-12T13:30:23.861" v="1101" actId="1076"/>
        <pc:sldMkLst>
          <pc:docMk/>
          <pc:sldMk cId="2906903066" sldId="276"/>
        </pc:sldMkLst>
        <pc:spChg chg="del">
          <ac:chgData name="Reddaveni Thirupathi" userId="eb9d43b22d48b970" providerId="LiveId" clId="{7B272BB5-451C-45F5-B85C-5EBD832C7413}" dt="2026-02-12T13:23:39.933" v="1059" actId="478"/>
          <ac:spMkLst>
            <pc:docMk/>
            <pc:sldMk cId="2906903066" sldId="276"/>
            <ac:spMk id="2" creationId="{DE18B006-FB48-CC70-224E-E0DA15CA82C6}"/>
          </ac:spMkLst>
        </pc:spChg>
        <pc:spChg chg="del">
          <ac:chgData name="Reddaveni Thirupathi" userId="eb9d43b22d48b970" providerId="LiveId" clId="{7B272BB5-451C-45F5-B85C-5EBD832C7413}" dt="2026-02-12T13:23:42.015" v="1060" actId="478"/>
          <ac:spMkLst>
            <pc:docMk/>
            <pc:sldMk cId="2906903066" sldId="276"/>
            <ac:spMk id="3" creationId="{C8CD1C94-C94E-7497-5707-AE14E0339BBB}"/>
          </ac:spMkLst>
        </pc:spChg>
        <pc:spChg chg="add del mod">
          <ac:chgData name="Reddaveni Thirupathi" userId="eb9d43b22d48b970" providerId="LiveId" clId="{7B272BB5-451C-45F5-B85C-5EBD832C7413}" dt="2026-02-12T13:24:07.038" v="1063"/>
          <ac:spMkLst>
            <pc:docMk/>
            <pc:sldMk cId="2906903066" sldId="276"/>
            <ac:spMk id="4" creationId="{F4E17AFF-3E12-C3C5-4D9A-C456F70FBAD6}"/>
          </ac:spMkLst>
        </pc:spChg>
        <pc:spChg chg="add mod">
          <ac:chgData name="Reddaveni Thirupathi" userId="eb9d43b22d48b970" providerId="LiveId" clId="{7B272BB5-451C-45F5-B85C-5EBD832C7413}" dt="2026-02-12T13:25:10.103" v="1072" actId="1076"/>
          <ac:spMkLst>
            <pc:docMk/>
            <pc:sldMk cId="2906903066" sldId="276"/>
            <ac:spMk id="5" creationId="{8DB44A15-4682-2E0F-374F-436151609D60}"/>
          </ac:spMkLst>
        </pc:spChg>
        <pc:spChg chg="add mod">
          <ac:chgData name="Reddaveni Thirupathi" userId="eb9d43b22d48b970" providerId="LiveId" clId="{7B272BB5-451C-45F5-B85C-5EBD832C7413}" dt="2026-02-12T13:26:56.405" v="1081" actId="14100"/>
          <ac:spMkLst>
            <pc:docMk/>
            <pc:sldMk cId="2906903066" sldId="276"/>
            <ac:spMk id="6" creationId="{D869BA9D-F89A-1B1F-9E42-45A445B44502}"/>
          </ac:spMkLst>
        </pc:spChg>
        <pc:spChg chg="add">
          <ac:chgData name="Reddaveni Thirupathi" userId="eb9d43b22d48b970" providerId="LiveId" clId="{7B272BB5-451C-45F5-B85C-5EBD832C7413}" dt="2026-02-12T13:28:15.744" v="1086" actId="11529"/>
          <ac:spMkLst>
            <pc:docMk/>
            <pc:sldMk cId="2906903066" sldId="276"/>
            <ac:spMk id="11" creationId="{BC664366-4CDC-EEE1-FA46-182FF543E262}"/>
          </ac:spMkLst>
        </pc:spChg>
        <pc:spChg chg="add mod">
          <ac:chgData name="Reddaveni Thirupathi" userId="eb9d43b22d48b970" providerId="LiveId" clId="{7B272BB5-451C-45F5-B85C-5EBD832C7413}" dt="2026-02-12T13:29:34.899" v="1095" actId="1076"/>
          <ac:spMkLst>
            <pc:docMk/>
            <pc:sldMk cId="2906903066" sldId="276"/>
            <ac:spMk id="14" creationId="{7DC0543C-0847-05C5-917A-72EDF06D1CFF}"/>
          </ac:spMkLst>
        </pc:spChg>
        <pc:spChg chg="add mod">
          <ac:chgData name="Reddaveni Thirupathi" userId="eb9d43b22d48b970" providerId="LiveId" clId="{7B272BB5-451C-45F5-B85C-5EBD832C7413}" dt="2026-02-12T13:29:52.596" v="1099" actId="1076"/>
          <ac:spMkLst>
            <pc:docMk/>
            <pc:sldMk cId="2906903066" sldId="276"/>
            <ac:spMk id="16" creationId="{FED839A1-1AE9-DB12-9214-540BEEAFA881}"/>
          </ac:spMkLst>
        </pc:spChg>
        <pc:picChg chg="add mod">
          <ac:chgData name="Reddaveni Thirupathi" userId="eb9d43b22d48b970" providerId="LiveId" clId="{7B272BB5-451C-45F5-B85C-5EBD832C7413}" dt="2026-02-12T13:27:36.157" v="1084" actId="1076"/>
          <ac:picMkLst>
            <pc:docMk/>
            <pc:sldMk cId="2906903066" sldId="276"/>
            <ac:picMk id="8" creationId="{B9143FF4-B192-D73F-5A09-59599E4413B3}"/>
          </ac:picMkLst>
        </pc:picChg>
        <pc:picChg chg="add mod">
          <ac:chgData name="Reddaveni Thirupathi" userId="eb9d43b22d48b970" providerId="LiveId" clId="{7B272BB5-451C-45F5-B85C-5EBD832C7413}" dt="2026-02-12T13:27:46.849" v="1085" actId="1076"/>
          <ac:picMkLst>
            <pc:docMk/>
            <pc:sldMk cId="2906903066" sldId="276"/>
            <ac:picMk id="10" creationId="{63D7B634-4C21-A528-6DC2-5C2A85B3821E}"/>
          </ac:picMkLst>
        </pc:picChg>
        <pc:picChg chg="add mod">
          <ac:chgData name="Reddaveni Thirupathi" userId="eb9d43b22d48b970" providerId="LiveId" clId="{7B272BB5-451C-45F5-B85C-5EBD832C7413}" dt="2026-02-12T13:29:38.028" v="1096" actId="1076"/>
          <ac:picMkLst>
            <pc:docMk/>
            <pc:sldMk cId="2906903066" sldId="276"/>
            <ac:picMk id="13" creationId="{5BC19C7B-DD68-443D-7DD1-6BB7393AE6BA}"/>
          </ac:picMkLst>
        </pc:picChg>
        <pc:picChg chg="add mod">
          <ac:chgData name="Reddaveni Thirupathi" userId="eb9d43b22d48b970" providerId="LiveId" clId="{7B272BB5-451C-45F5-B85C-5EBD832C7413}" dt="2026-02-12T13:29:43.489" v="1097"/>
          <ac:picMkLst>
            <pc:docMk/>
            <pc:sldMk cId="2906903066" sldId="276"/>
            <ac:picMk id="15" creationId="{EF36584D-EA15-D273-AAC5-56C94564A702}"/>
          </ac:picMkLst>
        </pc:picChg>
        <pc:picChg chg="add mod">
          <ac:chgData name="Reddaveni Thirupathi" userId="eb9d43b22d48b970" providerId="LiveId" clId="{7B272BB5-451C-45F5-B85C-5EBD832C7413}" dt="2026-02-12T13:30:23.861" v="1101" actId="1076"/>
          <ac:picMkLst>
            <pc:docMk/>
            <pc:sldMk cId="2906903066" sldId="276"/>
            <ac:picMk id="18" creationId="{97575968-3501-B62A-35F6-423D4DED97CE}"/>
          </ac:picMkLst>
        </pc:picChg>
      </pc:sldChg>
      <pc:sldChg chg="addSp delSp modSp new mod">
        <pc:chgData name="Reddaveni Thirupathi" userId="eb9d43b22d48b970" providerId="LiveId" clId="{7B272BB5-451C-45F5-B85C-5EBD832C7413}" dt="2026-02-12T13:49:09.393" v="1235" actId="1076"/>
        <pc:sldMkLst>
          <pc:docMk/>
          <pc:sldMk cId="3567831684" sldId="277"/>
        </pc:sldMkLst>
        <pc:spChg chg="del">
          <ac:chgData name="Reddaveni Thirupathi" userId="eb9d43b22d48b970" providerId="LiveId" clId="{7B272BB5-451C-45F5-B85C-5EBD832C7413}" dt="2026-02-12T13:30:42.285" v="1103" actId="478"/>
          <ac:spMkLst>
            <pc:docMk/>
            <pc:sldMk cId="3567831684" sldId="277"/>
            <ac:spMk id="2" creationId="{CA389484-3127-FD77-DB75-7046EEFF0D85}"/>
          </ac:spMkLst>
        </pc:spChg>
        <pc:spChg chg="del">
          <ac:chgData name="Reddaveni Thirupathi" userId="eb9d43b22d48b970" providerId="LiveId" clId="{7B272BB5-451C-45F5-B85C-5EBD832C7413}" dt="2026-02-12T13:30:44.801" v="1104" actId="478"/>
          <ac:spMkLst>
            <pc:docMk/>
            <pc:sldMk cId="3567831684" sldId="277"/>
            <ac:spMk id="3" creationId="{7E8C186C-D6B6-E256-23F3-BAA72C8D6B09}"/>
          </ac:spMkLst>
        </pc:spChg>
        <pc:spChg chg="add mod">
          <ac:chgData name="Reddaveni Thirupathi" userId="eb9d43b22d48b970" providerId="LiveId" clId="{7B272BB5-451C-45F5-B85C-5EBD832C7413}" dt="2026-02-12T13:36:01.315" v="1117" actId="1076"/>
          <ac:spMkLst>
            <pc:docMk/>
            <pc:sldMk cId="3567831684" sldId="277"/>
            <ac:spMk id="4" creationId="{02FED121-EC5B-A7C2-9506-3A6E3E1E5860}"/>
          </ac:spMkLst>
        </pc:spChg>
        <pc:spChg chg="add mod">
          <ac:chgData name="Reddaveni Thirupathi" userId="eb9d43b22d48b970" providerId="LiveId" clId="{7B272BB5-451C-45F5-B85C-5EBD832C7413}" dt="2026-02-12T13:48:02.748" v="1225" actId="115"/>
          <ac:spMkLst>
            <pc:docMk/>
            <pc:sldMk cId="3567831684" sldId="277"/>
            <ac:spMk id="17" creationId="{EE21315C-6C9F-56EE-CFA7-3EE82E00EFF1}"/>
          </ac:spMkLst>
        </pc:spChg>
        <pc:spChg chg="add del mod">
          <ac:chgData name="Reddaveni Thirupathi" userId="eb9d43b22d48b970" providerId="LiveId" clId="{7B272BB5-451C-45F5-B85C-5EBD832C7413}" dt="2026-02-12T13:48:49.952" v="1231" actId="478"/>
          <ac:spMkLst>
            <pc:docMk/>
            <pc:sldMk cId="3567831684" sldId="277"/>
            <ac:spMk id="18" creationId="{3FEB71A1-1734-3B58-50E6-E07428360CFC}"/>
          </ac:spMkLst>
        </pc:spChg>
        <pc:spChg chg="add mod">
          <ac:chgData name="Reddaveni Thirupathi" userId="eb9d43b22d48b970" providerId="LiveId" clId="{7B272BB5-451C-45F5-B85C-5EBD832C7413}" dt="2026-02-12T13:48:18.404" v="1228" actId="14100"/>
          <ac:spMkLst>
            <pc:docMk/>
            <pc:sldMk cId="3567831684" sldId="277"/>
            <ac:spMk id="20" creationId="{18D5C223-070E-09DA-3282-C8DDE2D8A0D6}"/>
          </ac:spMkLst>
        </pc:spChg>
        <pc:spChg chg="add mod">
          <ac:chgData name="Reddaveni Thirupathi" userId="eb9d43b22d48b970" providerId="LiveId" clId="{7B272BB5-451C-45F5-B85C-5EBD832C7413}" dt="2026-02-12T13:48:42.100" v="1230" actId="1076"/>
          <ac:spMkLst>
            <pc:docMk/>
            <pc:sldMk cId="3567831684" sldId="277"/>
            <ac:spMk id="21" creationId="{3EBF390F-F8AD-0379-7095-4E57AB872D21}"/>
          </ac:spMkLst>
        </pc:spChg>
        <pc:spChg chg="add mod">
          <ac:chgData name="Reddaveni Thirupathi" userId="eb9d43b22d48b970" providerId="LiveId" clId="{7B272BB5-451C-45F5-B85C-5EBD832C7413}" dt="2026-02-12T13:48:59.438" v="1233" actId="1076"/>
          <ac:spMkLst>
            <pc:docMk/>
            <pc:sldMk cId="3567831684" sldId="277"/>
            <ac:spMk id="22" creationId="{D3D02CA6-C5A1-39D8-6293-2079EADAD134}"/>
          </ac:spMkLst>
        </pc:spChg>
        <pc:picChg chg="add mod">
          <ac:chgData name="Reddaveni Thirupathi" userId="eb9d43b22d48b970" providerId="LiveId" clId="{7B272BB5-451C-45F5-B85C-5EBD832C7413}" dt="2026-02-12T13:49:09.393" v="1235" actId="1076"/>
          <ac:picMkLst>
            <pc:docMk/>
            <pc:sldMk cId="3567831684" sldId="277"/>
            <ac:picMk id="6" creationId="{DD754DF6-13BE-6378-1029-AA41BA10748E}"/>
          </ac:picMkLst>
        </pc:picChg>
        <pc:picChg chg="add del mod">
          <ac:chgData name="Reddaveni Thirupathi" userId="eb9d43b22d48b970" providerId="LiveId" clId="{7B272BB5-451C-45F5-B85C-5EBD832C7413}" dt="2026-02-12T13:39:59.739" v="1124" actId="478"/>
          <ac:picMkLst>
            <pc:docMk/>
            <pc:sldMk cId="3567831684" sldId="277"/>
            <ac:picMk id="8" creationId="{340EE2C6-3E1D-5BBC-10C1-ACBED3194A5A}"/>
          </ac:picMkLst>
        </pc:picChg>
        <pc:picChg chg="add mod">
          <ac:chgData name="Reddaveni Thirupathi" userId="eb9d43b22d48b970" providerId="LiveId" clId="{7B272BB5-451C-45F5-B85C-5EBD832C7413}" dt="2026-02-12T13:47:21.699" v="1217" actId="1076"/>
          <ac:picMkLst>
            <pc:docMk/>
            <pc:sldMk cId="3567831684" sldId="277"/>
            <ac:picMk id="10" creationId="{0EE08860-E211-66FF-18C8-7AD39DE69B69}"/>
          </ac:picMkLst>
        </pc:picChg>
        <pc:picChg chg="add del mod">
          <ac:chgData name="Reddaveni Thirupathi" userId="eb9d43b22d48b970" providerId="LiveId" clId="{7B272BB5-451C-45F5-B85C-5EBD832C7413}" dt="2026-02-12T13:41:19.078" v="1129" actId="478"/>
          <ac:picMkLst>
            <pc:docMk/>
            <pc:sldMk cId="3567831684" sldId="277"/>
            <ac:picMk id="12" creationId="{2920E75E-1939-5EE8-1B64-2B3354849710}"/>
          </ac:picMkLst>
        </pc:picChg>
        <pc:picChg chg="add mod">
          <ac:chgData name="Reddaveni Thirupathi" userId="eb9d43b22d48b970" providerId="LiveId" clId="{7B272BB5-451C-45F5-B85C-5EBD832C7413}" dt="2026-02-12T13:45:06.970" v="1186" actId="1076"/>
          <ac:picMkLst>
            <pc:docMk/>
            <pc:sldMk cId="3567831684" sldId="277"/>
            <ac:picMk id="14" creationId="{7DFCEC8E-44F6-3902-1AB1-375F89FB2A96}"/>
          </ac:picMkLst>
        </pc:picChg>
        <pc:picChg chg="add mod">
          <ac:chgData name="Reddaveni Thirupathi" userId="eb9d43b22d48b970" providerId="LiveId" clId="{7B272BB5-451C-45F5-B85C-5EBD832C7413}" dt="2026-02-12T13:45:09.930" v="1187" actId="1076"/>
          <ac:picMkLst>
            <pc:docMk/>
            <pc:sldMk cId="3567831684" sldId="277"/>
            <ac:picMk id="16" creationId="{FED85280-4938-92D8-E72D-8702BA5B5E22}"/>
          </ac:picMkLst>
        </pc:picChg>
        <pc:picChg chg="add mod">
          <ac:chgData name="Reddaveni Thirupathi" userId="eb9d43b22d48b970" providerId="LiveId" clId="{7B272BB5-451C-45F5-B85C-5EBD832C7413}" dt="2026-02-12T13:45:40.027" v="1193"/>
          <ac:picMkLst>
            <pc:docMk/>
            <pc:sldMk cId="3567831684" sldId="277"/>
            <ac:picMk id="19" creationId="{82092A93-593F-000A-3FDB-7106A83E6B5F}"/>
          </ac:picMkLst>
        </pc:picChg>
      </pc:sldChg>
      <pc:sldChg chg="addSp modSp add mod">
        <pc:chgData name="Reddaveni Thirupathi" userId="eb9d43b22d48b970" providerId="LiveId" clId="{7B272BB5-451C-45F5-B85C-5EBD832C7413}" dt="2026-02-12T14:39:53.123" v="1446" actId="22"/>
        <pc:sldMkLst>
          <pc:docMk/>
          <pc:sldMk cId="1495686830" sldId="278"/>
        </pc:sldMkLst>
        <pc:picChg chg="add mod">
          <ac:chgData name="Reddaveni Thirupathi" userId="eb9d43b22d48b970" providerId="LiveId" clId="{7B272BB5-451C-45F5-B85C-5EBD832C7413}" dt="2026-02-12T13:45:49.524" v="1197"/>
          <ac:picMkLst>
            <pc:docMk/>
            <pc:sldMk cId="1495686830" sldId="278"/>
            <ac:picMk id="2" creationId="{23BB3DF0-2C46-D296-58DC-489070A707EC}"/>
          </ac:picMkLst>
        </pc:picChg>
        <pc:picChg chg="add">
          <ac:chgData name="Reddaveni Thirupathi" userId="eb9d43b22d48b970" providerId="LiveId" clId="{7B272BB5-451C-45F5-B85C-5EBD832C7413}" dt="2026-02-12T14:39:53.123" v="1446" actId="22"/>
          <ac:picMkLst>
            <pc:docMk/>
            <pc:sldMk cId="1495686830" sldId="278"/>
            <ac:picMk id="4" creationId="{AD16F5F2-40ED-0DCE-B6B8-230EC634033C}"/>
          </ac:picMkLst>
        </pc:picChg>
      </pc:sldChg>
      <pc:sldChg chg="addSp modSp add mod">
        <pc:chgData name="Reddaveni Thirupathi" userId="eb9d43b22d48b970" providerId="LiveId" clId="{7B272BB5-451C-45F5-B85C-5EBD832C7413}" dt="2026-02-12T14:51:15.881" v="1464" actId="20577"/>
        <pc:sldMkLst>
          <pc:docMk/>
          <pc:sldMk cId="1362452654" sldId="279"/>
        </pc:sldMkLst>
        <pc:spChg chg="add mod">
          <ac:chgData name="Reddaveni Thirupathi" userId="eb9d43b22d48b970" providerId="LiveId" clId="{7B272BB5-451C-45F5-B85C-5EBD832C7413}" dt="2026-02-12T14:35:57.945" v="1407" actId="1076"/>
          <ac:spMkLst>
            <pc:docMk/>
            <pc:sldMk cId="1362452654" sldId="279"/>
            <ac:spMk id="3" creationId="{8599AAD1-8639-D9CE-36D9-50EDA97C60D6}"/>
          </ac:spMkLst>
        </pc:spChg>
        <pc:spChg chg="add mod">
          <ac:chgData name="Reddaveni Thirupathi" userId="eb9d43b22d48b970" providerId="LiveId" clId="{7B272BB5-451C-45F5-B85C-5EBD832C7413}" dt="2026-02-12T14:51:15.881" v="1464" actId="20577"/>
          <ac:spMkLst>
            <pc:docMk/>
            <pc:sldMk cId="1362452654" sldId="279"/>
            <ac:spMk id="4" creationId="{0DC7AB30-649F-0998-FA35-3C3B690E4FB8}"/>
          </ac:spMkLst>
        </pc:spChg>
        <pc:picChg chg="add mod">
          <ac:chgData name="Reddaveni Thirupathi" userId="eb9d43b22d48b970" providerId="LiveId" clId="{7B272BB5-451C-45F5-B85C-5EBD832C7413}" dt="2026-02-12T13:45:45.278" v="1196"/>
          <ac:picMkLst>
            <pc:docMk/>
            <pc:sldMk cId="1362452654" sldId="279"/>
            <ac:picMk id="2" creationId="{4922B2C3-FBCC-FD6F-2322-54F167A37DD4}"/>
          </ac:picMkLst>
        </pc:picChg>
      </pc:sldChg>
      <pc:sldChg chg="addSp modSp add mod">
        <pc:chgData name="Reddaveni Thirupathi" userId="eb9d43b22d48b970" providerId="LiveId" clId="{7B272BB5-451C-45F5-B85C-5EBD832C7413}" dt="2026-02-12T14:34:51.720" v="1381" actId="255"/>
        <pc:sldMkLst>
          <pc:docMk/>
          <pc:sldMk cId="2603946443" sldId="280"/>
        </pc:sldMkLst>
        <pc:spChg chg="add mod">
          <ac:chgData name="Reddaveni Thirupathi" userId="eb9d43b22d48b970" providerId="LiveId" clId="{7B272BB5-451C-45F5-B85C-5EBD832C7413}" dt="2026-02-12T14:27:15.703" v="1357" actId="1076"/>
          <ac:spMkLst>
            <pc:docMk/>
            <pc:sldMk cId="2603946443" sldId="280"/>
            <ac:spMk id="3" creationId="{7D3540FE-45F5-7A23-F92B-B88A8E80D4EA}"/>
          </ac:spMkLst>
        </pc:spChg>
        <pc:spChg chg="add mod">
          <ac:chgData name="Reddaveni Thirupathi" userId="eb9d43b22d48b970" providerId="LiveId" clId="{7B272BB5-451C-45F5-B85C-5EBD832C7413}" dt="2026-02-12T14:34:51.720" v="1381" actId="255"/>
          <ac:spMkLst>
            <pc:docMk/>
            <pc:sldMk cId="2603946443" sldId="280"/>
            <ac:spMk id="4" creationId="{07A0507F-8B73-4994-6E77-D689340A9EAB}"/>
          </ac:spMkLst>
        </pc:spChg>
        <pc:spChg chg="add">
          <ac:chgData name="Reddaveni Thirupathi" userId="eb9d43b22d48b970" providerId="LiveId" clId="{7B272BB5-451C-45F5-B85C-5EBD832C7413}" dt="2026-02-12T14:24:33.033" v="1293"/>
          <ac:spMkLst>
            <pc:docMk/>
            <pc:sldMk cId="2603946443" sldId="280"/>
            <ac:spMk id="5" creationId="{650A45DE-519F-15EA-6636-9BC7D06222DF}"/>
          </ac:spMkLst>
        </pc:spChg>
        <pc:picChg chg="add mod">
          <ac:chgData name="Reddaveni Thirupathi" userId="eb9d43b22d48b970" providerId="LiveId" clId="{7B272BB5-451C-45F5-B85C-5EBD832C7413}" dt="2026-02-12T13:45:42.347" v="1195" actId="1036"/>
          <ac:picMkLst>
            <pc:docMk/>
            <pc:sldMk cId="2603946443" sldId="280"/>
            <ac:picMk id="2" creationId="{EF8721B8-3A04-A497-1CC2-58B4D68D25C4}"/>
          </ac:picMkLst>
        </pc:picChg>
      </pc:sldChg>
      <pc:sldChg chg="addSp delSp modSp new mod">
        <pc:chgData name="Reddaveni Thirupathi" userId="eb9d43b22d48b970" providerId="LiveId" clId="{7B272BB5-451C-45F5-B85C-5EBD832C7413}" dt="2026-02-12T15:08:01.902" v="1555" actId="1076"/>
        <pc:sldMkLst>
          <pc:docMk/>
          <pc:sldMk cId="1591813360" sldId="281"/>
        </pc:sldMkLst>
        <pc:spChg chg="del">
          <ac:chgData name="Reddaveni Thirupathi" userId="eb9d43b22d48b970" providerId="LiveId" clId="{7B272BB5-451C-45F5-B85C-5EBD832C7413}" dt="2026-02-12T15:03:16.605" v="1471" actId="478"/>
          <ac:spMkLst>
            <pc:docMk/>
            <pc:sldMk cId="1591813360" sldId="281"/>
            <ac:spMk id="2" creationId="{D742B948-E188-158A-6080-9C7BB27BC119}"/>
          </ac:spMkLst>
        </pc:spChg>
        <pc:spChg chg="del">
          <ac:chgData name="Reddaveni Thirupathi" userId="eb9d43b22d48b970" providerId="LiveId" clId="{7B272BB5-451C-45F5-B85C-5EBD832C7413}" dt="2026-02-12T15:03:23.605" v="1472" actId="478"/>
          <ac:spMkLst>
            <pc:docMk/>
            <pc:sldMk cId="1591813360" sldId="281"/>
            <ac:spMk id="3" creationId="{3E680DF5-62E4-61C2-BAC5-28C2DCDC955C}"/>
          </ac:spMkLst>
        </pc:spChg>
        <pc:spChg chg="add mod">
          <ac:chgData name="Reddaveni Thirupathi" userId="eb9d43b22d48b970" providerId="LiveId" clId="{7B272BB5-451C-45F5-B85C-5EBD832C7413}" dt="2026-02-12T15:03:59.026" v="1509" actId="1076"/>
          <ac:spMkLst>
            <pc:docMk/>
            <pc:sldMk cId="1591813360" sldId="281"/>
            <ac:spMk id="4" creationId="{050C77FC-BFED-5A60-AB33-21189E51EB80}"/>
          </ac:spMkLst>
        </pc:spChg>
        <pc:spChg chg="add mod">
          <ac:chgData name="Reddaveni Thirupathi" userId="eb9d43b22d48b970" providerId="LiveId" clId="{7B272BB5-451C-45F5-B85C-5EBD832C7413}" dt="2026-02-12T15:05:58.397" v="1527"/>
          <ac:spMkLst>
            <pc:docMk/>
            <pc:sldMk cId="1591813360" sldId="281"/>
            <ac:spMk id="5" creationId="{3807AF52-AEED-17C1-3727-4827332846AF}"/>
          </ac:spMkLst>
        </pc:spChg>
        <pc:spChg chg="add mod">
          <ac:chgData name="Reddaveni Thirupathi" userId="eb9d43b22d48b970" providerId="LiveId" clId="{7B272BB5-451C-45F5-B85C-5EBD832C7413}" dt="2026-02-12T15:08:01.902" v="1555" actId="1076"/>
          <ac:spMkLst>
            <pc:docMk/>
            <pc:sldMk cId="1591813360" sldId="281"/>
            <ac:spMk id="6" creationId="{E99266CB-D56B-5763-514B-619B1344EAFF}"/>
          </ac:spMkLst>
        </pc:spChg>
        <pc:spChg chg="add mod">
          <ac:chgData name="Reddaveni Thirupathi" userId="eb9d43b22d48b970" providerId="LiveId" clId="{7B272BB5-451C-45F5-B85C-5EBD832C7413}" dt="2026-02-12T15:07:47.196" v="1554" actId="14100"/>
          <ac:spMkLst>
            <pc:docMk/>
            <pc:sldMk cId="1591813360" sldId="281"/>
            <ac:spMk id="7" creationId="{69D5E20A-8429-2FDE-B5DE-849F677DA088}"/>
          </ac:spMkLst>
        </pc:spChg>
      </pc:sldChg>
      <pc:sldChg chg="addSp delSp modSp new mod">
        <pc:chgData name="Reddaveni Thirupathi" userId="eb9d43b22d48b970" providerId="LiveId" clId="{7B272BB5-451C-45F5-B85C-5EBD832C7413}" dt="2026-02-12T15:15:30.195" v="1563" actId="14100"/>
        <pc:sldMkLst>
          <pc:docMk/>
          <pc:sldMk cId="364759367" sldId="282"/>
        </pc:sldMkLst>
        <pc:spChg chg="del">
          <ac:chgData name="Reddaveni Thirupathi" userId="eb9d43b22d48b970" providerId="LiveId" clId="{7B272BB5-451C-45F5-B85C-5EBD832C7413}" dt="2026-02-12T15:08:17.105" v="1557" actId="478"/>
          <ac:spMkLst>
            <pc:docMk/>
            <pc:sldMk cId="364759367" sldId="282"/>
            <ac:spMk id="2" creationId="{CFFFBAD3-D2BD-B828-6B83-7786585A5318}"/>
          </ac:spMkLst>
        </pc:spChg>
        <pc:spChg chg="del">
          <ac:chgData name="Reddaveni Thirupathi" userId="eb9d43b22d48b970" providerId="LiveId" clId="{7B272BB5-451C-45F5-B85C-5EBD832C7413}" dt="2026-02-12T15:08:19.149" v="1558" actId="478"/>
          <ac:spMkLst>
            <pc:docMk/>
            <pc:sldMk cId="364759367" sldId="282"/>
            <ac:spMk id="3" creationId="{33E626D1-9E5D-1131-CD4A-4A082AF187A8}"/>
          </ac:spMkLst>
        </pc:spChg>
        <pc:picChg chg="add mod">
          <ac:chgData name="Reddaveni Thirupathi" userId="eb9d43b22d48b970" providerId="LiveId" clId="{7B272BB5-451C-45F5-B85C-5EBD832C7413}" dt="2026-02-12T15:15:30.195" v="1563" actId="14100"/>
          <ac:picMkLst>
            <pc:docMk/>
            <pc:sldMk cId="364759367" sldId="282"/>
            <ac:picMk id="5" creationId="{26AAE3D9-767A-7B11-5A4B-74C105616B9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453F-BD47-5E92-CCF0-2AB6A6880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43A98-EA9D-EA54-A1C3-657C278CB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9B36A-BF06-AD5D-59E2-B7F617DC9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47753-B474-48EB-DBFE-51FB96E5A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3050D-0948-D003-E167-EA779C06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98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758F-2F56-F091-9412-55A2B0EF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15EC2-EDFD-F31B-0D52-42B975F7D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7CC7C-D15A-9058-278A-34B26EE52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D02CD-AC65-5FF2-A771-18124DFF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D9DFC-785C-9BE7-E36D-CCF76C0D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439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445FA-AEB0-AAEE-9C6B-887C374E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99C01-05BC-40A6-6D6B-B64AA075E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80843-2F6E-0DF9-D327-5358EA91E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BEF16-021D-54C2-6B33-01231D86A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1CAEB-5396-C1B6-4652-5B6FEE4E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089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18C6C-C373-76F8-8B47-BD1FA7B42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A92BC-1377-9C49-81ED-B5E583ABA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0802A-4DAB-0348-DD68-55D1BA096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BA29D-EBA7-A975-15B0-4E2356D1C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C4C68-E772-8934-3137-E42821D5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910E2-20C4-2793-EA44-ECB6DD891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0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5C0AA-A659-094F-86E3-87557D8E2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8823E-43FC-B243-23B1-5CBC0635D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44FD6-8F03-4A5F-3923-5685857D5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5FA143-9B78-29BC-A565-0AEBE1BE2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A2447-B1D0-BBD2-ED15-E67F6E8D56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CBA8A4-9297-BBDB-4793-7C0A1472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7942C8-E857-1423-5B31-089EB9F08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24CEED-D59C-EB15-A6C6-93D4960C5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098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999E8-77B8-EA40-7289-E5B82215E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4F2B8-683A-D4C8-BBFC-CCD0213D4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EB2462-1CF6-E687-6F4D-A07DDA3D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56720-B69A-C5B1-472A-7639680EF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830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D30D5F-7880-EE87-C7DF-06F9404F8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14EE1C-A33C-049E-2DED-9772A1BE1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8DE77-1409-4847-98C7-EA7FDB17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663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7BD43-918A-4979-6889-03162C44E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0846B-66A2-595A-22F8-A5E3779EA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E94610-BACF-2453-54BB-7768DC652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A1D19-8B55-1708-3DCE-1997631F8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DB6BE-FBC4-D77B-CDD8-B2711BD6C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23AE2-8321-7F54-1E49-56DEC672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39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29808-345A-70AA-F54D-C6E46970B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569938-41DD-A582-9217-1A5842900B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A4EA8-16FC-2CA3-09FF-E84364F06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47227-147F-59F1-E148-B82F8C1F9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94866-DB44-08D8-2EE1-6251BF7C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0A8AC-BC11-1ED3-FB64-A29A6246B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93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E5F3B-046B-38F9-C38D-B6337146F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E3199-929E-51CF-7502-59BE16B37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30359-07F0-74B5-6D63-E9D52B298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D5B0D-1922-3636-BE6D-23692C1F4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3D85F-F3FC-2CD5-972B-459B46CA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415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CDD9EC-2E78-FDB5-3961-5DB4E06016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2BBF1-76E3-8E57-ED08-544E2FA2C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4A534-B04E-CE68-C6D6-274B9DCEB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CEA3-70B1-4662-8C7D-C62CF2B4942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72580-6A30-5D4F-A821-F577EA1E7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E359F-7009-DA6A-95E0-F326224C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419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ED106C-13D3-D720-789C-74BAEA5DF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BA488-398F-DCC2-011C-F8EEC1E52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E724D-C357-DBF3-C0CD-FBF2847B4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25CEA3-70B1-4662-8C7D-C62CF2B4942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04275-89BA-426F-A441-5F36E5E397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27691-952C-BFA5-752A-F85C77355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FA28E2-D1EB-4A4B-88EE-A2732E29C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457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3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B3B851-E7F0-B6EA-0016-55174298A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929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6DF9F-C2D2-5A50-0D45-28286215A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857221-A7A9-DCCC-6EB5-70015C22C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48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DB201-152C-5ED3-F0A7-572735BCA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1256D3-A678-ED15-3203-3FF71D63C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101F60-E5E8-D543-AC4D-DF6258365FF4}"/>
              </a:ext>
            </a:extLst>
          </p:cNvPr>
          <p:cNvSpPr txBox="1"/>
          <p:nvPr/>
        </p:nvSpPr>
        <p:spPr>
          <a:xfrm>
            <a:off x="5240594" y="206477"/>
            <a:ext cx="1710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EEFB0-DAD8-C61B-E15D-E0E1AF23795D}"/>
              </a:ext>
            </a:extLst>
          </p:cNvPr>
          <p:cNvSpPr txBox="1"/>
          <p:nvPr/>
        </p:nvSpPr>
        <p:spPr>
          <a:xfrm>
            <a:off x="363793" y="1386348"/>
            <a:ext cx="8632723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dirty="0"/>
              <a:t>Problem Statement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dirty="0"/>
              <a:t>Objective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dirty="0"/>
              <a:t>Er Diagram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dirty="0"/>
              <a:t>Key Analysis Questions With SQL Query Results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dirty="0"/>
              <a:t>Challenges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564342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5BE78-8FAC-4EAB-D9B6-6658E1CC5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BC04CF-96F6-6B8A-898D-1E807E7CA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4F8529-47CB-6143-5604-E2173CDB566C}"/>
              </a:ext>
            </a:extLst>
          </p:cNvPr>
          <p:cNvSpPr txBox="1"/>
          <p:nvPr/>
        </p:nvSpPr>
        <p:spPr>
          <a:xfrm>
            <a:off x="4262284" y="157315"/>
            <a:ext cx="3667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Business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AFE343-6DC6-84F0-D66E-5CD0865802F9}"/>
              </a:ext>
            </a:extLst>
          </p:cNvPr>
          <p:cNvSpPr txBox="1"/>
          <p:nvPr/>
        </p:nvSpPr>
        <p:spPr>
          <a:xfrm>
            <a:off x="226143" y="1182231"/>
            <a:ext cx="8396748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What Are The Top 10 Best-selling Products?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What Is The Total Revenue?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Which Category Generates The Highest Profit?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Who Are The Most Valuable Customers?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Which Supplier Delivers The Most Products?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In Which Location Gives Us More Profit?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Eventually What We Should Do To Get More Profits? 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320472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43402-B3A4-62AC-948C-45B63CCA2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B3697A-18D0-0390-A7D6-50BE58B89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736843-95A5-910E-ACD0-3BAC327E04E2}"/>
              </a:ext>
            </a:extLst>
          </p:cNvPr>
          <p:cNvSpPr txBox="1"/>
          <p:nvPr/>
        </p:nvSpPr>
        <p:spPr>
          <a:xfrm>
            <a:off x="4965290" y="157317"/>
            <a:ext cx="2261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Objective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EFD0E4-4DB4-4EF9-E8DF-D654FE30C249}"/>
              </a:ext>
            </a:extLst>
          </p:cNvPr>
          <p:cNvSpPr txBox="1"/>
          <p:nvPr/>
        </p:nvSpPr>
        <p:spPr>
          <a:xfrm>
            <a:off x="481781" y="1337188"/>
            <a:ext cx="527009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dirty="0"/>
              <a:t>Analyse Sales Trends.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dirty="0"/>
              <a:t>Identify Top-performing Products.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dirty="0"/>
              <a:t>Identify Top-performing Categories.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dirty="0"/>
              <a:t>Monitor Supplier Performance.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dirty="0"/>
              <a:t>Identify Top-performing Products.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dirty="0"/>
              <a:t>Provide Data-driven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53032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7A844-EFD6-DF0A-EFAE-2AD115B11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36B959-4325-5F6F-2B24-7710FC4F1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B5AA55-839A-9704-309D-90D0126C52EA}"/>
              </a:ext>
            </a:extLst>
          </p:cNvPr>
          <p:cNvSpPr txBox="1"/>
          <p:nvPr/>
        </p:nvSpPr>
        <p:spPr>
          <a:xfrm>
            <a:off x="5009535" y="231283"/>
            <a:ext cx="2172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ER DAIGRAM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411ED-5FB1-8033-2843-33FE29D135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52052"/>
            <a:ext cx="12191999" cy="535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304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F7E52-A9C3-BD30-C4B4-6D5E6161C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BF7325-02EF-8E61-9698-97778EAF9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880A31-2415-5349-F6A8-B7DAB6919549}"/>
              </a:ext>
            </a:extLst>
          </p:cNvPr>
          <p:cNvSpPr txBox="1"/>
          <p:nvPr/>
        </p:nvSpPr>
        <p:spPr>
          <a:xfrm>
            <a:off x="2438395" y="245806"/>
            <a:ext cx="7315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Key Analysis Questions With SQL Query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210065-A4BB-298C-5090-9A4AD0E94569}"/>
              </a:ext>
            </a:extLst>
          </p:cNvPr>
          <p:cNvSpPr txBox="1"/>
          <p:nvPr/>
        </p:nvSpPr>
        <p:spPr>
          <a:xfrm>
            <a:off x="383458" y="2967196"/>
            <a:ext cx="66171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How Many Unique Customers Have Placed Orders?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1FE48B-F05D-4A87-3A60-6064D9BFF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23" y="3782962"/>
            <a:ext cx="4591691" cy="1171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4EF6B9-3429-F3C1-3278-92D67E257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4271" y="3983737"/>
            <a:ext cx="1629002" cy="562053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25FBB25D-EB68-570F-9D1E-DEF1D92E957B}"/>
              </a:ext>
            </a:extLst>
          </p:cNvPr>
          <p:cNvSpPr/>
          <p:nvPr/>
        </p:nvSpPr>
        <p:spPr>
          <a:xfrm>
            <a:off x="6617110" y="4191872"/>
            <a:ext cx="934065" cy="3539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A25917-7804-0CE7-A760-F2211FAB254F}"/>
              </a:ext>
            </a:extLst>
          </p:cNvPr>
          <p:cNvSpPr txBox="1"/>
          <p:nvPr/>
        </p:nvSpPr>
        <p:spPr>
          <a:xfrm>
            <a:off x="4454013" y="1621890"/>
            <a:ext cx="30971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u="sng" dirty="0">
                <a:solidFill>
                  <a:schemeClr val="accent1"/>
                </a:solidFill>
              </a:rPr>
              <a:t>1. Customer Insights </a:t>
            </a:r>
          </a:p>
        </p:txBody>
      </p:sp>
    </p:spTree>
    <p:extLst>
      <p:ext uri="{BB962C8B-B14F-4D97-AF65-F5344CB8AC3E}">
        <p14:creationId xmlns:p14="http://schemas.microsoft.com/office/powerpoint/2010/main" val="820395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16F57-6BA0-1937-DA70-659B2CCF5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8B7194-2777-1298-D57A-77F817CD2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6EA52E-32A9-03EC-53DC-C7DA09C02714}"/>
              </a:ext>
            </a:extLst>
          </p:cNvPr>
          <p:cNvSpPr txBox="1"/>
          <p:nvPr/>
        </p:nvSpPr>
        <p:spPr>
          <a:xfrm>
            <a:off x="216310" y="730549"/>
            <a:ext cx="8750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 Which Customers Have Placed The Highest Number Of Orders?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399ECE-32CE-E767-0DDA-E6BC921C4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885" y="1630050"/>
            <a:ext cx="5401429" cy="1552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D718D8-6E7F-3EC4-E803-C5F442154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885" y="4765184"/>
            <a:ext cx="3086531" cy="1162212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C7B4E327-A844-AFD2-E813-096053990978}"/>
              </a:ext>
            </a:extLst>
          </p:cNvPr>
          <p:cNvSpPr/>
          <p:nvPr/>
        </p:nvSpPr>
        <p:spPr>
          <a:xfrm>
            <a:off x="3581698" y="3535248"/>
            <a:ext cx="442452" cy="8775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437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6746D-DD29-931D-5600-F5236961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E7E6E7-6A8A-230C-DFAD-42C96841E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B86F1A-52C7-EB7D-F377-9358E6E1A398}"/>
              </a:ext>
            </a:extLst>
          </p:cNvPr>
          <p:cNvSpPr txBox="1"/>
          <p:nvPr/>
        </p:nvSpPr>
        <p:spPr>
          <a:xfrm>
            <a:off x="117987" y="219458"/>
            <a:ext cx="7914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What Is The Total And Average Purchase Value Per Customer? 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893992-7C26-5C7F-4C83-79104FFF6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36" y="672661"/>
            <a:ext cx="6106377" cy="23053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D78FD9-EBFD-DBEA-749C-778F52768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424" y="815555"/>
            <a:ext cx="4810796" cy="2019582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CD91A201-A74D-27C5-BEE9-EE080FF695AA}"/>
              </a:ext>
            </a:extLst>
          </p:cNvPr>
          <p:cNvSpPr/>
          <p:nvPr/>
        </p:nvSpPr>
        <p:spPr>
          <a:xfrm>
            <a:off x="6096000" y="1719723"/>
            <a:ext cx="668594" cy="2112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D83156-E952-5546-33CE-179EF4BD32DB}"/>
              </a:ext>
            </a:extLst>
          </p:cNvPr>
          <p:cNvSpPr txBox="1"/>
          <p:nvPr/>
        </p:nvSpPr>
        <p:spPr>
          <a:xfrm>
            <a:off x="117987" y="3301509"/>
            <a:ext cx="67744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Who Are The Top 5 Customers By Total Purchase Amount?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B1580B-189C-7174-3A97-4DF99DC4C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36" y="3922618"/>
            <a:ext cx="4134427" cy="24577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9945BF-E836-0B79-26BC-82F9350E5A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424" y="4465617"/>
            <a:ext cx="3620005" cy="1371791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7A3090FA-6F0F-421D-8706-F159160FE4E2}"/>
              </a:ext>
            </a:extLst>
          </p:cNvPr>
          <p:cNvSpPr/>
          <p:nvPr/>
        </p:nvSpPr>
        <p:spPr>
          <a:xfrm>
            <a:off x="6096000" y="5045890"/>
            <a:ext cx="668594" cy="2112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023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29EF-274E-4D66-0607-231DB2B30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BECE4A-E15C-DFDC-C4FF-790833286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C618A5-E0EC-15CA-F00E-B6417C663D24}"/>
              </a:ext>
            </a:extLst>
          </p:cNvPr>
          <p:cNvSpPr txBox="1"/>
          <p:nvPr/>
        </p:nvSpPr>
        <p:spPr>
          <a:xfrm>
            <a:off x="4168877" y="216310"/>
            <a:ext cx="415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accent1"/>
                </a:solidFill>
              </a:rPr>
              <a:t>2. Product Performance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9BC156-4674-A758-EA8E-E3DCC655C474}"/>
              </a:ext>
            </a:extLst>
          </p:cNvPr>
          <p:cNvSpPr txBox="1"/>
          <p:nvPr/>
        </p:nvSpPr>
        <p:spPr>
          <a:xfrm>
            <a:off x="206477" y="964426"/>
            <a:ext cx="9075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How Many Products Exist In Each Category?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EA528F-69AE-C880-1818-FFD68D466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794" y="1958400"/>
            <a:ext cx="1390844" cy="4763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A9F357-8826-7DB7-C213-BBA58487AF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352" y="2017035"/>
            <a:ext cx="3334215" cy="476316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1389F82B-74D4-BC21-EE08-C4D329CD1AA8}"/>
              </a:ext>
            </a:extLst>
          </p:cNvPr>
          <p:cNvSpPr/>
          <p:nvPr/>
        </p:nvSpPr>
        <p:spPr>
          <a:xfrm rot="16200000">
            <a:off x="5048864" y="1884300"/>
            <a:ext cx="314633" cy="5801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33B1CD-9B9A-FEEA-9A22-1AE1D1BE062C}"/>
              </a:ext>
            </a:extLst>
          </p:cNvPr>
          <p:cNvSpPr txBox="1"/>
          <p:nvPr/>
        </p:nvSpPr>
        <p:spPr>
          <a:xfrm>
            <a:off x="216310" y="3244334"/>
            <a:ext cx="64794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 What Is The Average Price Of Products By Category?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44AAD9-5B7B-3BC3-F106-820C90F38A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352" y="4476466"/>
            <a:ext cx="5496692" cy="18576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52D97B-6C45-19C6-C66C-46C42C2C29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4876" y="4724150"/>
            <a:ext cx="3686689" cy="1362265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4DDED942-E4A3-F1E4-1806-EF8288B6B702}"/>
              </a:ext>
            </a:extLst>
          </p:cNvPr>
          <p:cNvSpPr/>
          <p:nvPr/>
        </p:nvSpPr>
        <p:spPr>
          <a:xfrm rot="16200000">
            <a:off x="6927794" y="4890595"/>
            <a:ext cx="400109" cy="6292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179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E81BE-A5B1-F8F8-B0CD-B29559B01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0228B0-19D1-DA5B-3AB1-3B24E37CC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8DF5DE-216A-0880-4F6A-072436EFDCF9}"/>
              </a:ext>
            </a:extLst>
          </p:cNvPr>
          <p:cNvSpPr txBox="1"/>
          <p:nvPr/>
        </p:nvSpPr>
        <p:spPr>
          <a:xfrm>
            <a:off x="88489" y="353961"/>
            <a:ext cx="94881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FF0000"/>
                </a:solidFill>
              </a:rPr>
              <a:t> Which Products Have The Highest Total Sales Volume (By Quantity)?</a:t>
            </a:r>
            <a:endParaRPr lang="en-IN" sz="22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91D45-DA6D-5D87-0BB6-DAB70E7B9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377" y="1259788"/>
            <a:ext cx="5134692" cy="1762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ECC5F6-0B7A-A4EF-9D12-0797277A4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719" y="4648981"/>
            <a:ext cx="3238952" cy="1390844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1B0A94D1-460D-4BD2-DA59-212C16AB810C}"/>
              </a:ext>
            </a:extLst>
          </p:cNvPr>
          <p:cNvSpPr/>
          <p:nvPr/>
        </p:nvSpPr>
        <p:spPr>
          <a:xfrm>
            <a:off x="2536722" y="3582598"/>
            <a:ext cx="344129" cy="7435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996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2DA85-8938-A89E-FE42-2C38FB5F2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ED4D1D-60BD-0D4E-DD74-9E17F1942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1468B2-3E9E-8AA1-F5BC-10E4D06992C2}"/>
              </a:ext>
            </a:extLst>
          </p:cNvPr>
          <p:cNvSpPr txBox="1"/>
          <p:nvPr/>
        </p:nvSpPr>
        <p:spPr>
          <a:xfrm>
            <a:off x="4016477" y="137652"/>
            <a:ext cx="415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</a:rPr>
              <a:t>3. Sales and Order Trends</a:t>
            </a:r>
            <a:endParaRPr lang="en-IN" sz="2400" b="1" u="sng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CD8B0D-B9B3-2ACB-0A5D-86FEAACE2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77" y="1635005"/>
            <a:ext cx="4572638" cy="333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9F0E44-F3DD-EB8D-EE97-9F59CAC97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916" y="2737241"/>
            <a:ext cx="1505160" cy="5430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4C14D8-755E-9081-063C-967280AC7100}"/>
              </a:ext>
            </a:extLst>
          </p:cNvPr>
          <p:cNvSpPr txBox="1"/>
          <p:nvPr/>
        </p:nvSpPr>
        <p:spPr>
          <a:xfrm>
            <a:off x="294967" y="3818480"/>
            <a:ext cx="50046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What Is The Average Value Per Order?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A1B869-94CE-998B-E85C-D40F74DA7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4916" y="5429795"/>
            <a:ext cx="1228896" cy="5239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1E6891-CE0B-3838-C14C-1E34431F70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94" y="4542485"/>
            <a:ext cx="5992061" cy="4286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89008D-AE95-0570-6621-56319327B044}"/>
              </a:ext>
            </a:extLst>
          </p:cNvPr>
          <p:cNvSpPr txBox="1"/>
          <p:nvPr/>
        </p:nvSpPr>
        <p:spPr>
          <a:xfrm>
            <a:off x="294967" y="917106"/>
            <a:ext cx="5565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How Many Orders Have Been Placed In Total?</a:t>
            </a:r>
            <a:endParaRPr lang="en-I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981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0638B-9B73-7445-1EDF-900A3559A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9F088D-9493-AAFB-C61B-A6C72ECCD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1481F0-59EB-E265-BA53-7E136B73074C}"/>
              </a:ext>
            </a:extLst>
          </p:cNvPr>
          <p:cNvSpPr txBox="1"/>
          <p:nvPr/>
        </p:nvSpPr>
        <p:spPr>
          <a:xfrm>
            <a:off x="176980" y="698090"/>
            <a:ext cx="6990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 On Which Dates Were The Most Orders Placed?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2A3B2-EF92-023D-706B-CE5000627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43" y="1729638"/>
            <a:ext cx="4172532" cy="1019317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78BBDB6F-A7D8-CD8B-6694-75549125CCF5}"/>
              </a:ext>
            </a:extLst>
          </p:cNvPr>
          <p:cNvSpPr/>
          <p:nvPr/>
        </p:nvSpPr>
        <p:spPr>
          <a:xfrm>
            <a:off x="2448232" y="3205316"/>
            <a:ext cx="383458" cy="8947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7F2A67-6E8C-5C16-C197-E21529BCE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538" y="4556413"/>
            <a:ext cx="2476846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193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81E2F-F799-FF2B-6FB4-6D1D448DB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D2FD71-3A74-8397-F937-F0E76CFC9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15DE06-DEC8-8A2B-2C8E-CA67B5005940}"/>
              </a:ext>
            </a:extLst>
          </p:cNvPr>
          <p:cNvSpPr txBox="1"/>
          <p:nvPr/>
        </p:nvSpPr>
        <p:spPr>
          <a:xfrm>
            <a:off x="4006645" y="176981"/>
            <a:ext cx="4178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accent1"/>
                </a:solidFill>
              </a:rPr>
              <a:t> 4. Supplier Contribution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EA5C4-9714-D746-AB2E-14D252F813B5}"/>
              </a:ext>
            </a:extLst>
          </p:cNvPr>
          <p:cNvSpPr txBox="1"/>
          <p:nvPr/>
        </p:nvSpPr>
        <p:spPr>
          <a:xfrm>
            <a:off x="147484" y="1120877"/>
            <a:ext cx="6184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How Many Suppliers Are There In The Database? 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5A3818-BA34-CB5E-4C30-2216A7181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46" y="1855560"/>
            <a:ext cx="4944165" cy="2953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578E05-391F-D74D-A61C-EFD92703F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963" y="2485449"/>
            <a:ext cx="1667108" cy="5144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ADE41B-B7FF-4ECB-0EB5-D36DF5F2FB26}"/>
              </a:ext>
            </a:extLst>
          </p:cNvPr>
          <p:cNvSpPr txBox="1"/>
          <p:nvPr/>
        </p:nvSpPr>
        <p:spPr>
          <a:xfrm>
            <a:off x="147484" y="3687097"/>
            <a:ext cx="5614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 Which Supplier Provides The Most Products? 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09B727-5B6F-C6C7-1764-EBBB2CCA5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646" y="4437923"/>
            <a:ext cx="5458587" cy="16004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FB373A-43CA-F3DF-7F49-3A9BFCD2F8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5355" y="4437923"/>
            <a:ext cx="3210373" cy="1333686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2B6A6A78-384C-E6AB-BB98-40042028AFAE}"/>
              </a:ext>
            </a:extLst>
          </p:cNvPr>
          <p:cNvSpPr/>
          <p:nvPr/>
        </p:nvSpPr>
        <p:spPr>
          <a:xfrm>
            <a:off x="6607277" y="4984955"/>
            <a:ext cx="1052052" cy="2851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466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E83C5-604E-BE80-1A8C-5E638BA91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3D076B-7BC5-FE49-3E7C-4C2965DE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E01FE7-A9EF-A338-0C1A-07C758B9E91B}"/>
              </a:ext>
            </a:extLst>
          </p:cNvPr>
          <p:cNvSpPr txBox="1"/>
          <p:nvPr/>
        </p:nvSpPr>
        <p:spPr>
          <a:xfrm>
            <a:off x="0" y="580103"/>
            <a:ext cx="7806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What Is The Average Price Of Products From Each Supplier?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51ADE-58A1-48A6-4BD9-3D4B6D263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555" y="1408527"/>
            <a:ext cx="2705478" cy="1381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BBB84A-D0C1-EE7F-E2CD-7C6FFDAB90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64" y="1311877"/>
            <a:ext cx="5639587" cy="1638529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71418CBF-72C7-C03E-C8D8-41EBA142CE44}"/>
              </a:ext>
            </a:extLst>
          </p:cNvPr>
          <p:cNvSpPr/>
          <p:nvPr/>
        </p:nvSpPr>
        <p:spPr>
          <a:xfrm rot="16200000">
            <a:off x="6096000" y="1858297"/>
            <a:ext cx="294968" cy="7767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B0C63D-0DE4-9A32-6CC7-D831E86B4168}"/>
              </a:ext>
            </a:extLst>
          </p:cNvPr>
          <p:cNvSpPr txBox="1"/>
          <p:nvPr/>
        </p:nvSpPr>
        <p:spPr>
          <a:xfrm>
            <a:off x="0" y="3537660"/>
            <a:ext cx="8947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Which Suppliers Contribute The Most To Total Product Sales (By Revenue)? 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F81F93-0185-C699-77B1-B9E9438F40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0555" y="4685585"/>
            <a:ext cx="2772162" cy="1343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DBA07F-ACD4-3395-16D1-2EDD0DBB50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042" y="4049665"/>
            <a:ext cx="5220429" cy="2038635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80D5EE54-3FF8-FD5F-2871-AA1BA3E5A305}"/>
              </a:ext>
            </a:extLst>
          </p:cNvPr>
          <p:cNvSpPr/>
          <p:nvPr/>
        </p:nvSpPr>
        <p:spPr>
          <a:xfrm rot="16200000">
            <a:off x="6096000" y="5015181"/>
            <a:ext cx="294968" cy="7767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281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6B734-4446-D6CC-0C3C-CB4FA1082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290051-CBBE-A213-7C95-4D4133158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F514B0-5305-386E-F69D-5F43313DD547}"/>
              </a:ext>
            </a:extLst>
          </p:cNvPr>
          <p:cNvSpPr txBox="1"/>
          <p:nvPr/>
        </p:nvSpPr>
        <p:spPr>
          <a:xfrm>
            <a:off x="3977148" y="167148"/>
            <a:ext cx="4237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accent1"/>
                </a:solidFill>
              </a:rPr>
              <a:t>5. Employee Performance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242BE6-22CF-5B31-1730-809E9B0688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879" b="29541"/>
          <a:stretch>
            <a:fillRect/>
          </a:stretch>
        </p:blipFill>
        <p:spPr>
          <a:xfrm>
            <a:off x="844184" y="1287530"/>
            <a:ext cx="4505954" cy="2314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82CE12-061F-B390-6ED3-6185352B305E}"/>
              </a:ext>
            </a:extLst>
          </p:cNvPr>
          <p:cNvSpPr txBox="1"/>
          <p:nvPr/>
        </p:nvSpPr>
        <p:spPr>
          <a:xfrm>
            <a:off x="363793" y="677472"/>
            <a:ext cx="6233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How Many Employees Have Processed Orders?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A6D1BA-7E07-181A-FFD7-E0CAAA305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656" y="2486622"/>
            <a:ext cx="1124107" cy="4477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CB5C6B-1319-2000-C7AA-02AA85F2B1FE}"/>
              </a:ext>
            </a:extLst>
          </p:cNvPr>
          <p:cNvSpPr txBox="1"/>
          <p:nvPr/>
        </p:nvSpPr>
        <p:spPr>
          <a:xfrm>
            <a:off x="363794" y="3244334"/>
            <a:ext cx="6233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Which Employees Have Handled The Most Orders?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59F8D3-C58D-A970-190C-BD6C7F5D97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0481" y="3935541"/>
            <a:ext cx="3429479" cy="23244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80BF35-2D4D-3921-A7AC-2839A0C902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184" y="4002225"/>
            <a:ext cx="5801535" cy="2257740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8D613459-6FC2-9838-8D98-0301AF914C2B}"/>
              </a:ext>
            </a:extLst>
          </p:cNvPr>
          <p:cNvSpPr/>
          <p:nvPr/>
        </p:nvSpPr>
        <p:spPr>
          <a:xfrm>
            <a:off x="2467897" y="1809135"/>
            <a:ext cx="206477" cy="3675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95EBA85A-6216-8A0F-A4CD-12A4A29ABB30}"/>
              </a:ext>
            </a:extLst>
          </p:cNvPr>
          <p:cNvSpPr/>
          <p:nvPr/>
        </p:nvSpPr>
        <p:spPr>
          <a:xfrm>
            <a:off x="7030065" y="4914785"/>
            <a:ext cx="717754" cy="216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345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43EEF-B049-BEC9-3C7C-1013022ED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91A8F3-85A3-6291-FA70-C3A9D8205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CF2A1E-F890-1B31-6A9F-803915A4BD1B}"/>
              </a:ext>
            </a:extLst>
          </p:cNvPr>
          <p:cNvSpPr txBox="1"/>
          <p:nvPr/>
        </p:nvSpPr>
        <p:spPr>
          <a:xfrm>
            <a:off x="0" y="462116"/>
            <a:ext cx="7669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 What Is The Total Sales Value Processed By Each Employee? 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E8923-ADEB-3DFA-2B4B-3D35BE03B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49" y="1245630"/>
            <a:ext cx="5439534" cy="2105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0D95C5-CAC6-DDB8-6895-AD4922731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442" y="1245630"/>
            <a:ext cx="2838846" cy="234347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08D0E83D-818D-2452-3D5F-7E24596264C7}"/>
              </a:ext>
            </a:extLst>
          </p:cNvPr>
          <p:cNvSpPr/>
          <p:nvPr/>
        </p:nvSpPr>
        <p:spPr>
          <a:xfrm>
            <a:off x="6617110" y="2417368"/>
            <a:ext cx="757084" cy="2078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505F76-AB15-A880-28BB-3799C8589941}"/>
              </a:ext>
            </a:extLst>
          </p:cNvPr>
          <p:cNvSpPr txBox="1"/>
          <p:nvPr/>
        </p:nvSpPr>
        <p:spPr>
          <a:xfrm>
            <a:off x="-49161" y="3589107"/>
            <a:ext cx="7118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What Is The Average Order Value Handled Per Employee?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D61390-3D30-5881-7A00-48A7B641D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349" y="4314843"/>
            <a:ext cx="6058746" cy="19624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7E446E-A909-0734-A844-F4F6739CA7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1442" y="3989217"/>
            <a:ext cx="2781688" cy="2286319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8C53A8E4-8397-04D4-0BA9-0E1D00E6EA25}"/>
              </a:ext>
            </a:extLst>
          </p:cNvPr>
          <p:cNvSpPr/>
          <p:nvPr/>
        </p:nvSpPr>
        <p:spPr>
          <a:xfrm>
            <a:off x="6612193" y="5132375"/>
            <a:ext cx="757084" cy="2078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32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44A15-4682-2E0F-374F-436151609D60}"/>
              </a:ext>
            </a:extLst>
          </p:cNvPr>
          <p:cNvSpPr txBox="1"/>
          <p:nvPr/>
        </p:nvSpPr>
        <p:spPr>
          <a:xfrm>
            <a:off x="4031225" y="186813"/>
            <a:ext cx="4129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</a:rPr>
              <a:t>6. Order Details Deep Dive </a:t>
            </a:r>
            <a:endParaRPr lang="en-IN" sz="2400" b="1" u="sng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69BA9D-F89A-1B1F-9E42-45A445B44502}"/>
              </a:ext>
            </a:extLst>
          </p:cNvPr>
          <p:cNvSpPr txBox="1"/>
          <p:nvPr/>
        </p:nvSpPr>
        <p:spPr>
          <a:xfrm>
            <a:off x="0" y="943896"/>
            <a:ext cx="8160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What Is The Relationship Between Quantity Ordered And Total Price? 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143FF4-B192-D73F-5A09-59599E441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81" y="1747603"/>
            <a:ext cx="5372850" cy="10478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D7B634-4C21-A528-6DC2-5C2A85B38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3758" y="1528497"/>
            <a:ext cx="2086266" cy="1267002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BC664366-4CDC-EEE1-FA46-182FF543E262}"/>
              </a:ext>
            </a:extLst>
          </p:cNvPr>
          <p:cNvSpPr/>
          <p:nvPr/>
        </p:nvSpPr>
        <p:spPr>
          <a:xfrm>
            <a:off x="6420465" y="2161998"/>
            <a:ext cx="1140541" cy="4001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C19C7B-DD68-443D-7DD1-6BB7393AE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81" y="4553595"/>
            <a:ext cx="6973273" cy="15337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DC0543C-0847-05C5-917A-72EDF06D1CFF}"/>
              </a:ext>
            </a:extLst>
          </p:cNvPr>
          <p:cNvSpPr txBox="1"/>
          <p:nvPr/>
        </p:nvSpPr>
        <p:spPr>
          <a:xfrm>
            <a:off x="0" y="3857927"/>
            <a:ext cx="7089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What Is The Average Quantity Ordered Per Product? 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F36584D-EA15-D273-AAC5-56C94564A7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FED839A1-1AE9-DB12-9214-540BEEAFA881}"/>
              </a:ext>
            </a:extLst>
          </p:cNvPr>
          <p:cNvSpPr/>
          <p:nvPr/>
        </p:nvSpPr>
        <p:spPr>
          <a:xfrm>
            <a:off x="6420464" y="5320464"/>
            <a:ext cx="1140541" cy="4001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7575968-3501-B62A-35F6-423D4DED97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612" y="3762910"/>
            <a:ext cx="3448531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03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FED121-EC5B-A7C2-9506-3A6E3E1E5860}"/>
              </a:ext>
            </a:extLst>
          </p:cNvPr>
          <p:cNvSpPr txBox="1"/>
          <p:nvPr/>
        </p:nvSpPr>
        <p:spPr>
          <a:xfrm>
            <a:off x="0" y="698090"/>
            <a:ext cx="9566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Find Orders Where Total Purchase Value Is Above The Overall Average Order Value.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754DF6-13BE-6378-1029-AA41BA107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154" y="2847416"/>
            <a:ext cx="1771897" cy="35628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E08860-E211-66FF-18C8-7AD39DE69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23" y="4167589"/>
            <a:ext cx="4677428" cy="18766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FCEC8E-44F6-3902-1AB1-375F89FB2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23" y="2208455"/>
            <a:ext cx="5858693" cy="2953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ED85280-4938-92D8-E72D-8702BA5B5E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3154" y="2027455"/>
            <a:ext cx="1133633" cy="4763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E21315C-6C9F-56EE-CFA7-3EE82E00EFF1}"/>
              </a:ext>
            </a:extLst>
          </p:cNvPr>
          <p:cNvSpPr txBox="1"/>
          <p:nvPr/>
        </p:nvSpPr>
        <p:spPr>
          <a:xfrm>
            <a:off x="699423" y="1570541"/>
            <a:ext cx="30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1"/>
                </a:solidFill>
              </a:rPr>
              <a:t>Avg Purchase Value 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2092A93-593F-000A-3FDB-7106A83E6B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8D5C223-070E-09DA-3282-C8DDE2D8A0D6}"/>
              </a:ext>
            </a:extLst>
          </p:cNvPr>
          <p:cNvSpPr txBox="1"/>
          <p:nvPr/>
        </p:nvSpPr>
        <p:spPr>
          <a:xfrm>
            <a:off x="699423" y="3386572"/>
            <a:ext cx="6448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/>
                </a:solidFill>
              </a:rPr>
              <a:t>Orders Where Total Purchase Value Is Above Than Avg :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3EBF390F-F8AD-0379-7095-4E57AB872D21}"/>
              </a:ext>
            </a:extLst>
          </p:cNvPr>
          <p:cNvSpPr/>
          <p:nvPr/>
        </p:nvSpPr>
        <p:spPr>
          <a:xfrm>
            <a:off x="6830978" y="4906297"/>
            <a:ext cx="1052052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D3D02CA6-C5A1-39D8-6293-2079EADAD134}"/>
              </a:ext>
            </a:extLst>
          </p:cNvPr>
          <p:cNvSpPr/>
          <p:nvPr/>
        </p:nvSpPr>
        <p:spPr>
          <a:xfrm>
            <a:off x="7246374" y="2237034"/>
            <a:ext cx="648929" cy="2381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831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76912-A5D4-2624-0F2D-84300048B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8721B8-3A04-A497-1CC2-58B4D68D2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20095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3540FE-45F5-7A23-F92B-B88A8E80D4EA}"/>
              </a:ext>
            </a:extLst>
          </p:cNvPr>
          <p:cNvSpPr txBox="1"/>
          <p:nvPr/>
        </p:nvSpPr>
        <p:spPr>
          <a:xfrm>
            <a:off x="4601496" y="186813"/>
            <a:ext cx="2989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Challenges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A0507F-8B73-4994-6E77-D689340A9EAB}"/>
              </a:ext>
            </a:extLst>
          </p:cNvPr>
          <p:cNvSpPr txBox="1"/>
          <p:nvPr/>
        </p:nvSpPr>
        <p:spPr>
          <a:xfrm>
            <a:off x="235974" y="1632156"/>
            <a:ext cx="948812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dirty="0"/>
              <a:t>Writing Complex JOIN Queries.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Handling Aggregate Functions With Group By &amp; Having.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Comparing Aggregated Values Using Subqueries And CTEs.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Ensuring Accurate Calculation Of Revenue And Totals.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Understanding difference between WHERE and HAVING.</a:t>
            </a:r>
          </a:p>
        </p:txBody>
      </p:sp>
    </p:spTree>
    <p:extLst>
      <p:ext uri="{BB962C8B-B14F-4D97-AF65-F5344CB8AC3E}">
        <p14:creationId xmlns:p14="http://schemas.microsoft.com/office/powerpoint/2010/main" val="26039464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0C77FC-BFED-5A60-AB33-21189E51EB80}"/>
              </a:ext>
            </a:extLst>
          </p:cNvPr>
          <p:cNvSpPr txBox="1"/>
          <p:nvPr/>
        </p:nvSpPr>
        <p:spPr>
          <a:xfrm>
            <a:off x="4449097" y="112017"/>
            <a:ext cx="329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07AF52-AEED-17C1-3727-4827332846AF}"/>
              </a:ext>
            </a:extLst>
          </p:cNvPr>
          <p:cNvSpPr txBox="1"/>
          <p:nvPr/>
        </p:nvSpPr>
        <p:spPr>
          <a:xfrm>
            <a:off x="560439" y="1130710"/>
            <a:ext cx="107564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Analyze Customer Purchase Patterns To Improve Targeted Marketing.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Maintain Regular Data Updates To Ensure Accurate Reporting.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Generate Monthly Sales Reports For Better Business Planning.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Track Supplier Performance To Ensure Consistent Product Availability.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266CB-D56B-5763-514B-619B1344EAFF}"/>
              </a:ext>
            </a:extLst>
          </p:cNvPr>
          <p:cNvSpPr txBox="1"/>
          <p:nvPr/>
        </p:nvSpPr>
        <p:spPr>
          <a:xfrm>
            <a:off x="4667865" y="3904858"/>
            <a:ext cx="2541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Closing 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D5E20A-8429-2FDE-B5DE-849F677DA088}"/>
              </a:ext>
            </a:extLst>
          </p:cNvPr>
          <p:cNvSpPr txBox="1"/>
          <p:nvPr/>
        </p:nvSpPr>
        <p:spPr>
          <a:xfrm>
            <a:off x="560438" y="4955457"/>
            <a:ext cx="116315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By Leveraging Structured Data And SQL Analytics, The Grocery Store Can Improve Operational Efficiency, Reduce Losses, And Make Informed Business Decisions.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91813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06CEB-29E1-6021-78C5-7797A144D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22B2C3-FBCC-FD6F-2322-54F167A37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99AAD1-8639-D9CE-36D9-50EDA97C60D6}"/>
              </a:ext>
            </a:extLst>
          </p:cNvPr>
          <p:cNvSpPr txBox="1"/>
          <p:nvPr/>
        </p:nvSpPr>
        <p:spPr>
          <a:xfrm>
            <a:off x="5043948" y="226142"/>
            <a:ext cx="21041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7AB30-649F-0998-FA35-3C3B690E4FB8}"/>
              </a:ext>
            </a:extLst>
          </p:cNvPr>
          <p:cNvSpPr txBox="1"/>
          <p:nvPr/>
        </p:nvSpPr>
        <p:spPr>
          <a:xfrm>
            <a:off x="0" y="1288026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Implemented Efficient SQL Queries To Analyze Sales, Inventory, And Customer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Generated Meaningful Business Insights Such As Total Revenue, Top-selling Products, And Average Order Value.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Improved Understanding Of Joins, Aggregations, Subqueries, CTEs, And Window Functions.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Demonstrated How SQL Can Support Data-driven Decision Making In Retail Businesses.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Strengthened Practical SQL And Query Optimization Skills</a:t>
            </a:r>
            <a:r>
              <a:rPr lang="en-IN" sz="22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Solved Real Business Problems Using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1362452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AAE3D9-767A-7B11-5A4B-74C105616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93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79D19-80E3-D0A8-22E2-B04660ED7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BB3DF0-2C46-D296-58DC-489070A70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76" y="6410263"/>
            <a:ext cx="2143424" cy="4477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16F5F2-40ED-0DCE-B6B8-230EC6340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86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537</Words>
  <Application>Microsoft Office PowerPoint</Application>
  <PresentationFormat>Widescreen</PresentationFormat>
  <Paragraphs>101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Reddaveni Thirupathi</dc:creator>
  <cp:lastModifiedBy>Reddaveni Thirupathi</cp:lastModifiedBy>
  <cp:revision>1</cp:revision>
  <dcterms:created xsi:type="dcterms:W3CDTF">2026-02-12T09:47:35Z</dcterms:created>
  <dcterms:modified xsi:type="dcterms:W3CDTF">2026-02-12T15:15:36Z</dcterms:modified>
</cp:coreProperties>
</file>